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4"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cad1e2b18c_1_14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cad1e2b18c_1_14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cad1e2b18c_1_14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cad1e2b18c_1_14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cad1e2b18c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cad1e2b18c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cad1e2b18c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cad1e2b18c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cad1e2b18c_1_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cad1e2b18c_1_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cad1e2b18c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cad1e2b18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chemeClr val="dk1"/>
                </a:solidFill>
              </a:rPr>
              <a:t>Apart from Cortex Analysts’ sophisticated agentic setup, a key pillar for Cortex Analysis high accuracy is the user provided semantic model. This is typically set up by someone on the data team.</a:t>
            </a:r>
            <a:endParaRPr sz="1200">
              <a:solidFill>
                <a:schemeClr val="dk1"/>
              </a:solidFill>
            </a:endParaRPr>
          </a:p>
          <a:p>
            <a:pPr indent="0" lvl="0" marL="0" rtl="0" algn="l">
              <a:lnSpc>
                <a:spcPct val="115000"/>
              </a:lnSpc>
              <a:spcBef>
                <a:spcPts val="0"/>
              </a:spcBef>
              <a:spcAft>
                <a:spcPts val="0"/>
              </a:spcAft>
              <a:buNone/>
            </a:pPr>
            <a:r>
              <a:t/>
            </a:r>
            <a:endParaRPr sz="1200">
              <a:solidFill>
                <a:schemeClr val="dk1"/>
              </a:solidFill>
            </a:endParaRPr>
          </a:p>
          <a:p>
            <a:pPr indent="0" lvl="0" marL="0" rtl="0" algn="l">
              <a:lnSpc>
                <a:spcPct val="115000"/>
              </a:lnSpc>
              <a:spcBef>
                <a:spcPts val="0"/>
              </a:spcBef>
              <a:spcAft>
                <a:spcPts val="0"/>
              </a:spcAft>
              <a:buNone/>
            </a:pPr>
            <a:r>
              <a:rPr lang="en" sz="1200">
                <a:solidFill>
                  <a:schemeClr val="dk1"/>
                </a:solidFill>
              </a:rPr>
              <a:t>Think of an LLM alone as a super smart analyst who is new to your data organization. They often lack the semantic context about the nuances of your data given only the raw schema, it's challenging for any analyst to write SQL accurately to answer business users data questions. Raw schemas are often messy and lack the semantic information needed for accurate data analysis.</a:t>
            </a:r>
            <a:endParaRPr sz="1200">
              <a:solidFill>
                <a:schemeClr val="dk1"/>
              </a:solidFill>
            </a:endParaRPr>
          </a:p>
          <a:p>
            <a:pPr indent="0" lvl="0" marL="0" rtl="0" algn="l">
              <a:lnSpc>
                <a:spcPct val="115000"/>
              </a:lnSpc>
              <a:spcBef>
                <a:spcPts val="0"/>
              </a:spcBef>
              <a:spcAft>
                <a:spcPts val="0"/>
              </a:spcAft>
              <a:buNone/>
            </a:pPr>
            <a:r>
              <a:t/>
            </a:r>
            <a:endParaRPr sz="1200">
              <a:solidFill>
                <a:schemeClr val="dk1"/>
              </a:solidFill>
            </a:endParaRPr>
          </a:p>
          <a:p>
            <a:pPr indent="0" lvl="0" marL="0" rtl="0" algn="l">
              <a:lnSpc>
                <a:spcPct val="115000"/>
              </a:lnSpc>
              <a:spcBef>
                <a:spcPts val="0"/>
              </a:spcBef>
              <a:spcAft>
                <a:spcPts val="0"/>
              </a:spcAft>
              <a:buNone/>
            </a:pPr>
            <a:r>
              <a:rPr lang="en" sz="1200">
                <a:solidFill>
                  <a:schemeClr val="dk1"/>
                </a:solidFill>
              </a:rPr>
              <a:t>In a physical database, a column representing product categories might be abbreviated and labeled as “Cat”. However, a business user might refer to the same data as “product category” or “product segment” when asking a question. Without a semantic model to bridge this gap, LLMs will struggle to recognize that these different terms all refer to the same piece of data, leading to potential inaccuracies in the analysis. </a:t>
            </a:r>
            <a:endParaRPr sz="1200">
              <a:solidFill>
                <a:schemeClr val="dk1"/>
              </a:solidFill>
            </a:endParaRPr>
          </a:p>
          <a:p>
            <a:pPr indent="0" lvl="0" marL="0" rtl="0" algn="l">
              <a:lnSpc>
                <a:spcPct val="115000"/>
              </a:lnSpc>
              <a:spcBef>
                <a:spcPts val="0"/>
              </a:spcBef>
              <a:spcAft>
                <a:spcPts val="0"/>
              </a:spcAft>
              <a:buNone/>
            </a:pPr>
            <a:r>
              <a:t/>
            </a:r>
            <a:endParaRPr sz="1200">
              <a:solidFill>
                <a:schemeClr val="dk1"/>
              </a:solidFill>
            </a:endParaRPr>
          </a:p>
          <a:p>
            <a:pPr indent="0" lvl="0" marL="0" rtl="0" algn="l">
              <a:lnSpc>
                <a:spcPct val="115000"/>
              </a:lnSpc>
              <a:spcBef>
                <a:spcPts val="0"/>
              </a:spcBef>
              <a:spcAft>
                <a:spcPts val="0"/>
              </a:spcAft>
              <a:buNone/>
            </a:pPr>
            <a:r>
              <a:rPr lang="en" sz="1200">
                <a:solidFill>
                  <a:schemeClr val="dk1"/>
                </a:solidFill>
              </a:rPr>
              <a:t>Physical data schemas tend to be comprehensive. A raw table may include multiple versions of sales numbers, while you only want to represent one version to your end business users. </a:t>
            </a:r>
            <a:endParaRPr sz="1200">
              <a:solidFill>
                <a:schemeClr val="dk1"/>
              </a:solidFill>
            </a:endParaRPr>
          </a:p>
          <a:p>
            <a:pPr indent="0" lvl="0" marL="0" rtl="0" algn="l">
              <a:lnSpc>
                <a:spcPct val="115000"/>
              </a:lnSpc>
              <a:spcBef>
                <a:spcPts val="0"/>
              </a:spcBef>
              <a:spcAft>
                <a:spcPts val="0"/>
              </a:spcAft>
              <a:buNone/>
            </a:pPr>
            <a:r>
              <a:t/>
            </a:r>
            <a:endParaRPr sz="1200">
              <a:solidFill>
                <a:schemeClr val="dk1"/>
              </a:solidFill>
            </a:endParaRPr>
          </a:p>
          <a:p>
            <a:pPr indent="0" lvl="0" marL="0" rtl="0" algn="l">
              <a:lnSpc>
                <a:spcPct val="115000"/>
              </a:lnSpc>
              <a:spcBef>
                <a:spcPts val="0"/>
              </a:spcBef>
              <a:spcAft>
                <a:spcPts val="0"/>
              </a:spcAft>
              <a:buNone/>
            </a:pPr>
            <a:r>
              <a:rPr lang="en" sz="1200">
                <a:solidFill>
                  <a:schemeClr val="dk1"/>
                </a:solidFill>
              </a:rPr>
              <a:t>A semantic model addresses these issues by allowing the data team to: </a:t>
            </a:r>
            <a:endParaRPr sz="1200">
              <a:solidFill>
                <a:schemeClr val="dk1"/>
              </a:solidFill>
            </a:endParaRPr>
          </a:p>
          <a:p>
            <a:pPr indent="-304800" lvl="0" marL="457200" rtl="0" algn="l">
              <a:lnSpc>
                <a:spcPct val="115000"/>
              </a:lnSpc>
              <a:spcBef>
                <a:spcPts val="0"/>
              </a:spcBef>
              <a:spcAft>
                <a:spcPts val="0"/>
              </a:spcAft>
              <a:buClr>
                <a:schemeClr val="dk1"/>
              </a:buClr>
              <a:buSzPts val="1200"/>
              <a:buAutoNum type="arabicPeriod"/>
            </a:pPr>
            <a:r>
              <a:rPr b="1" lang="en" sz="1200">
                <a:solidFill>
                  <a:schemeClr val="dk1"/>
                </a:solidFill>
              </a:rPr>
              <a:t>Specify additional semantic details about the data set</a:t>
            </a:r>
            <a:r>
              <a:rPr lang="en" sz="1200">
                <a:solidFill>
                  <a:schemeClr val="dk1"/>
                </a:solidFill>
              </a:rPr>
              <a:t>. This might include more descriptive names, synonyms free from descriptions of tables and columns, or even instructions on how certain data should be used. These details enable Cortex Analysts to bridge the gap between business users vocabulary and the raw database schema, resulting in more accurate responses, </a:t>
            </a:r>
            <a:endParaRPr sz="1200">
              <a:solidFill>
                <a:schemeClr val="dk1"/>
              </a:solidFill>
            </a:endParaRPr>
          </a:p>
          <a:p>
            <a:pPr indent="-304800" lvl="0" marL="457200" rtl="0" algn="l">
              <a:lnSpc>
                <a:spcPct val="115000"/>
              </a:lnSpc>
              <a:spcBef>
                <a:spcPts val="0"/>
              </a:spcBef>
              <a:spcAft>
                <a:spcPts val="0"/>
              </a:spcAft>
              <a:buClr>
                <a:schemeClr val="dk1"/>
              </a:buClr>
              <a:buSzPts val="1200"/>
              <a:buAutoNum type="arabicPeriod"/>
            </a:pPr>
            <a:r>
              <a:rPr b="1" lang="en" sz="1200">
                <a:solidFill>
                  <a:schemeClr val="dk1"/>
                </a:solidFill>
              </a:rPr>
              <a:t>Perform data modeling</a:t>
            </a:r>
            <a:r>
              <a:rPr lang="en" sz="1200">
                <a:solidFill>
                  <a:schemeClr val="dk1"/>
                </a:solidFill>
              </a:rPr>
              <a:t> by exposing only the relevant columns and define common metrics and set filtering conditions.</a:t>
            </a:r>
            <a:endParaRPr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cad1e2b18c_1_6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cad1e2b18c_1_60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g3cad1e2b18c_1_606: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cad1e2b18c_1_10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cad1e2b18c_1_108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g3cad1e2b18c_1_1083: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footer only)">
  <p:cSld name="Data Cloud_1">
    <p:spTree>
      <p:nvGrpSpPr>
        <p:cNvPr id="50" name="Shape 50"/>
        <p:cNvGrpSpPr/>
        <p:nvPr/>
      </p:nvGrpSpPr>
      <p:grpSpPr>
        <a:xfrm>
          <a:off x="0" y="0"/>
          <a:ext cx="0" cy="0"/>
          <a:chOff x="0" y="0"/>
          <a:chExt cx="0" cy="0"/>
        </a:xfrm>
      </p:grpSpPr>
      <p:sp>
        <p:nvSpPr>
          <p:cNvPr id="51" name="Google Shape;51;p13"/>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600">
                <a:solidFill>
                  <a:srgbClr val="929292"/>
                </a:solidFill>
              </a:defRPr>
            </a:lvl1pPr>
            <a:lvl2pPr indent="0" lvl="1" marL="0" marR="0" algn="r">
              <a:spcBef>
                <a:spcPts val="0"/>
              </a:spcBef>
              <a:buNone/>
              <a:defRPr i="0" sz="600">
                <a:solidFill>
                  <a:srgbClr val="929292"/>
                </a:solidFill>
              </a:defRPr>
            </a:lvl2pPr>
            <a:lvl3pPr indent="0" lvl="2" marL="0" marR="0" algn="r">
              <a:spcBef>
                <a:spcPts val="0"/>
              </a:spcBef>
              <a:buNone/>
              <a:defRPr i="0" sz="600">
                <a:solidFill>
                  <a:srgbClr val="929292"/>
                </a:solidFill>
              </a:defRPr>
            </a:lvl3pPr>
            <a:lvl4pPr indent="0" lvl="3" marL="0" marR="0" algn="r">
              <a:spcBef>
                <a:spcPts val="0"/>
              </a:spcBef>
              <a:buNone/>
              <a:defRPr i="0" sz="600">
                <a:solidFill>
                  <a:srgbClr val="929292"/>
                </a:solidFill>
              </a:defRPr>
            </a:lvl4pPr>
            <a:lvl5pPr indent="0" lvl="4" marL="0" marR="0" algn="r">
              <a:spcBef>
                <a:spcPts val="0"/>
              </a:spcBef>
              <a:buNone/>
              <a:defRPr i="0" sz="600">
                <a:solidFill>
                  <a:srgbClr val="929292"/>
                </a:solidFill>
              </a:defRPr>
            </a:lvl5pPr>
            <a:lvl6pPr indent="0" lvl="5" marL="0" marR="0" algn="r">
              <a:spcBef>
                <a:spcPts val="0"/>
              </a:spcBef>
              <a:buNone/>
              <a:defRPr i="0" sz="600">
                <a:solidFill>
                  <a:srgbClr val="929292"/>
                </a:solidFill>
              </a:defRPr>
            </a:lvl6pPr>
            <a:lvl7pPr indent="0" lvl="6" marL="0" marR="0" algn="r">
              <a:spcBef>
                <a:spcPts val="0"/>
              </a:spcBef>
              <a:buNone/>
              <a:defRPr i="0" sz="600">
                <a:solidFill>
                  <a:srgbClr val="929292"/>
                </a:solidFill>
              </a:defRPr>
            </a:lvl7pPr>
            <a:lvl8pPr indent="0" lvl="7" marL="0" marR="0" algn="r">
              <a:spcBef>
                <a:spcPts val="0"/>
              </a:spcBef>
              <a:buNone/>
              <a:defRPr i="0" sz="600">
                <a:solidFill>
                  <a:srgbClr val="929292"/>
                </a:solidFill>
              </a:defRPr>
            </a:lvl8pPr>
            <a:lvl9pPr indent="0" lvl="8" marL="0" marR="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52" name="Google Shape;52;p13"/>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53" name="Google Shape;53;p13"/>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 sz="600">
                <a:solidFill>
                  <a:srgbClr val="929292"/>
                </a:solidFill>
                <a:latin typeface="Arial"/>
                <a:ea typeface="Arial"/>
                <a:cs typeface="Arial"/>
                <a:sym typeface="Arial"/>
              </a:rPr>
              <a:t>© </a:t>
            </a:r>
            <a:r>
              <a:rPr lang="en" sz="600">
                <a:solidFill>
                  <a:srgbClr val="929292"/>
                </a:solidFill>
              </a:rPr>
              <a:t>2026</a:t>
            </a:r>
            <a:r>
              <a:rPr b="0" i="0" lang="en" sz="600">
                <a:solidFill>
                  <a:srgbClr val="929292"/>
                </a:solidFill>
                <a:latin typeface="Arial"/>
                <a:ea typeface="Arial"/>
                <a:cs typeface="Arial"/>
                <a:sym typeface="Arial"/>
              </a:rPr>
              <a:t> Snowflake Inc. All Rights Reserved</a:t>
            </a:r>
            <a:endParaRPr sz="600">
              <a:solidFill>
                <a:srgbClr val="929292"/>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image">
  <p:cSld name="Two Column +image">
    <p:spTree>
      <p:nvGrpSpPr>
        <p:cNvPr id="54" name="Shape 54"/>
        <p:cNvGrpSpPr/>
        <p:nvPr/>
      </p:nvGrpSpPr>
      <p:grpSpPr>
        <a:xfrm>
          <a:off x="0" y="0"/>
          <a:ext cx="0" cy="0"/>
          <a:chOff x="0" y="0"/>
          <a:chExt cx="0" cy="0"/>
        </a:xfrm>
      </p:grpSpPr>
      <p:sp>
        <p:nvSpPr>
          <p:cNvPr id="55" name="Google Shape;55;p14"/>
          <p:cNvSpPr txBox="1"/>
          <p:nvPr>
            <p:ph idx="1" type="body"/>
          </p:nvPr>
        </p:nvSpPr>
        <p:spPr>
          <a:xfrm>
            <a:off x="354558" y="1414463"/>
            <a:ext cx="2579100" cy="3287700"/>
          </a:xfrm>
          <a:prstGeom prst="rect">
            <a:avLst/>
          </a:prstGeom>
          <a:noFill/>
          <a:ln>
            <a:noFill/>
          </a:ln>
        </p:spPr>
        <p:txBody>
          <a:bodyPr anchorCtr="0" anchor="t" bIns="45700" lIns="0" spcFirstLastPara="1" rIns="91425" wrap="square" tIns="45700">
            <a:noAutofit/>
          </a:bodyPr>
          <a:lstStyle>
            <a:lvl1pPr indent="-228600" lvl="0" marL="457200" algn="l">
              <a:lnSpc>
                <a:spcPct val="114000"/>
              </a:lnSpc>
              <a:spcBef>
                <a:spcPts val="0"/>
              </a:spcBef>
              <a:spcAft>
                <a:spcPts val="0"/>
              </a:spcAft>
              <a:buClr>
                <a:srgbClr val="5B5B5B"/>
              </a:buClr>
              <a:buSzPts val="3600"/>
              <a:buNone/>
              <a:defRPr/>
            </a:lvl1pPr>
            <a:lvl2pPr indent="-342900" lvl="1" marL="914400" algn="l">
              <a:lnSpc>
                <a:spcPct val="114000"/>
              </a:lnSpc>
              <a:spcBef>
                <a:spcPts val="1000"/>
              </a:spcBef>
              <a:spcAft>
                <a:spcPts val="0"/>
              </a:spcAft>
              <a:buSzPts val="1800"/>
              <a:buChar char="•"/>
              <a:defRPr/>
            </a:lvl2pPr>
            <a:lvl3pPr indent="-342900" lvl="2" marL="1371600" algn="l">
              <a:lnSpc>
                <a:spcPct val="114000"/>
              </a:lnSpc>
              <a:spcBef>
                <a:spcPts val="600"/>
              </a:spcBef>
              <a:spcAft>
                <a:spcPts val="0"/>
              </a:spcAft>
              <a:buSzPts val="1800"/>
              <a:buChar char="•"/>
              <a:defRPr/>
            </a:lvl3pPr>
            <a:lvl4pPr indent="-342900" lvl="3" marL="1828800" algn="l">
              <a:lnSpc>
                <a:spcPct val="114000"/>
              </a:lnSpc>
              <a:spcBef>
                <a:spcPts val="600"/>
              </a:spcBef>
              <a:spcAft>
                <a:spcPts val="0"/>
              </a:spcAft>
              <a:buSzPts val="1800"/>
              <a:buChar char="•"/>
              <a:defRPr/>
            </a:lvl4pPr>
            <a:lvl5pPr indent="-342900" lvl="4" marL="2286000" algn="l">
              <a:lnSpc>
                <a:spcPct val="114000"/>
              </a:lnSpc>
              <a:spcBef>
                <a:spcPts val="600"/>
              </a:spcBef>
              <a:spcAft>
                <a:spcPts val="0"/>
              </a:spcAft>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6" name="Google Shape;56;p14"/>
          <p:cNvSpPr txBox="1"/>
          <p:nvPr>
            <p:ph idx="2" type="body"/>
          </p:nvPr>
        </p:nvSpPr>
        <p:spPr>
          <a:xfrm>
            <a:off x="3184114" y="1414463"/>
            <a:ext cx="2682000" cy="3287700"/>
          </a:xfrm>
          <a:prstGeom prst="rect">
            <a:avLst/>
          </a:prstGeom>
          <a:noFill/>
          <a:ln>
            <a:noFill/>
          </a:ln>
        </p:spPr>
        <p:txBody>
          <a:bodyPr anchorCtr="0" anchor="t" bIns="45700" lIns="0" spcFirstLastPara="1" rIns="91425" wrap="square" tIns="45700">
            <a:noAutofit/>
          </a:bodyPr>
          <a:lstStyle>
            <a:lvl1pPr indent="-228600" lvl="0" marL="457200" algn="l">
              <a:lnSpc>
                <a:spcPct val="114000"/>
              </a:lnSpc>
              <a:spcBef>
                <a:spcPts val="0"/>
              </a:spcBef>
              <a:spcAft>
                <a:spcPts val="0"/>
              </a:spcAft>
              <a:buClr>
                <a:srgbClr val="5B5B5B"/>
              </a:buClr>
              <a:buSzPts val="3600"/>
              <a:buNone/>
              <a:defRPr/>
            </a:lvl1pPr>
            <a:lvl2pPr indent="-342900" lvl="1" marL="914400" algn="l">
              <a:lnSpc>
                <a:spcPct val="114000"/>
              </a:lnSpc>
              <a:spcBef>
                <a:spcPts val="1000"/>
              </a:spcBef>
              <a:spcAft>
                <a:spcPts val="0"/>
              </a:spcAft>
              <a:buSzPts val="1800"/>
              <a:buChar char="•"/>
              <a:defRPr/>
            </a:lvl2pPr>
            <a:lvl3pPr indent="-342900" lvl="2" marL="1371600" algn="l">
              <a:lnSpc>
                <a:spcPct val="114000"/>
              </a:lnSpc>
              <a:spcBef>
                <a:spcPts val="600"/>
              </a:spcBef>
              <a:spcAft>
                <a:spcPts val="0"/>
              </a:spcAft>
              <a:buSzPts val="1800"/>
              <a:buChar char="•"/>
              <a:defRPr/>
            </a:lvl3pPr>
            <a:lvl4pPr indent="-342900" lvl="3" marL="1828800" algn="l">
              <a:lnSpc>
                <a:spcPct val="114000"/>
              </a:lnSpc>
              <a:spcBef>
                <a:spcPts val="600"/>
              </a:spcBef>
              <a:spcAft>
                <a:spcPts val="0"/>
              </a:spcAft>
              <a:buSzPts val="1800"/>
              <a:buChar char="•"/>
              <a:defRPr/>
            </a:lvl4pPr>
            <a:lvl5pPr indent="-342900" lvl="4" marL="2286000" algn="l">
              <a:lnSpc>
                <a:spcPct val="114000"/>
              </a:lnSpc>
              <a:spcBef>
                <a:spcPts val="600"/>
              </a:spcBef>
              <a:spcAft>
                <a:spcPts val="0"/>
              </a:spcAft>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7" name="Google Shape;57;p14"/>
          <p:cNvSpPr txBox="1"/>
          <p:nvPr>
            <p:ph idx="3" type="body"/>
          </p:nvPr>
        </p:nvSpPr>
        <p:spPr>
          <a:xfrm>
            <a:off x="6116857" y="1417298"/>
            <a:ext cx="2607900" cy="3288000"/>
          </a:xfrm>
          <a:prstGeom prst="rect">
            <a:avLst/>
          </a:prstGeom>
          <a:solidFill>
            <a:srgbClr val="E8E8E8"/>
          </a:solidFill>
          <a:ln>
            <a:noFill/>
          </a:ln>
        </p:spPr>
        <p:txBody>
          <a:bodyPr anchorCtr="0" anchor="t" bIns="45700" lIns="0" spcFirstLastPara="1" rIns="91425" wrap="square" tIns="45700">
            <a:noAutofit/>
          </a:bodyPr>
          <a:lstStyle>
            <a:lvl1pPr indent="-228600" lvl="0" marL="457200" algn="l">
              <a:lnSpc>
                <a:spcPct val="114000"/>
              </a:lnSpc>
              <a:spcBef>
                <a:spcPts val="0"/>
              </a:spcBef>
              <a:spcAft>
                <a:spcPts val="0"/>
              </a:spcAft>
              <a:buClr>
                <a:srgbClr val="5B5B5B"/>
              </a:buClr>
              <a:buSzPts val="3600"/>
              <a:buNone/>
              <a:defRPr/>
            </a:lvl1pPr>
            <a:lvl2pPr indent="-342900" lvl="1" marL="914400" algn="l">
              <a:lnSpc>
                <a:spcPct val="114000"/>
              </a:lnSpc>
              <a:spcBef>
                <a:spcPts val="1000"/>
              </a:spcBef>
              <a:spcAft>
                <a:spcPts val="0"/>
              </a:spcAft>
              <a:buSzPts val="1800"/>
              <a:buChar char="•"/>
              <a:defRPr/>
            </a:lvl2pPr>
            <a:lvl3pPr indent="-342900" lvl="2" marL="1371600" algn="l">
              <a:lnSpc>
                <a:spcPct val="114000"/>
              </a:lnSpc>
              <a:spcBef>
                <a:spcPts val="600"/>
              </a:spcBef>
              <a:spcAft>
                <a:spcPts val="0"/>
              </a:spcAft>
              <a:buSzPts val="1800"/>
              <a:buChar char="•"/>
              <a:defRPr/>
            </a:lvl3pPr>
            <a:lvl4pPr indent="-342900" lvl="3" marL="1828800" algn="l">
              <a:lnSpc>
                <a:spcPct val="114000"/>
              </a:lnSpc>
              <a:spcBef>
                <a:spcPts val="600"/>
              </a:spcBef>
              <a:spcAft>
                <a:spcPts val="0"/>
              </a:spcAft>
              <a:buSzPts val="1800"/>
              <a:buChar char="•"/>
              <a:defRPr/>
            </a:lvl4pPr>
            <a:lvl5pPr indent="-342900" lvl="4" marL="2286000" algn="l">
              <a:lnSpc>
                <a:spcPct val="114000"/>
              </a:lnSpc>
              <a:spcBef>
                <a:spcPts val="600"/>
              </a:spcBef>
              <a:spcAft>
                <a:spcPts val="0"/>
              </a:spcAft>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8" name="Google Shape;58;p14"/>
          <p:cNvSpPr/>
          <p:nvPr/>
        </p:nvSpPr>
        <p:spPr>
          <a:xfrm>
            <a:off x="0" y="343806"/>
            <a:ext cx="137100" cy="366000"/>
          </a:xfrm>
          <a:prstGeom prst="rect">
            <a:avLst/>
          </a:prstGeom>
          <a:solidFill>
            <a:schemeClr val="accent1"/>
          </a:solidFill>
          <a:ln>
            <a:noFill/>
          </a:ln>
        </p:spPr>
        <p:txBody>
          <a:bodyPr anchorCtr="0" anchor="ctr" bIns="91450" lIns="91450" spcFirstLastPara="1" rIns="91450" wrap="square" tIns="91450">
            <a:noAutofit/>
          </a:bodyPr>
          <a:lstStyle/>
          <a:p>
            <a:pPr indent="0" lvl="0" marL="0" marR="0" rtl="0" algn="l">
              <a:lnSpc>
                <a:spcPct val="100000"/>
              </a:lnSpc>
              <a:spcBef>
                <a:spcPts val="0"/>
              </a:spcBef>
              <a:spcAft>
                <a:spcPts val="0"/>
              </a:spcAft>
              <a:buClr>
                <a:schemeClr val="dk1"/>
              </a:buClr>
              <a:buSzPts val="3600"/>
              <a:buFont typeface="Arial"/>
              <a:buNone/>
            </a:pPr>
            <a:r>
              <a:t/>
            </a:r>
            <a:endParaRPr b="0" i="0" sz="1800" u="none" cap="none" strike="noStrike">
              <a:solidFill>
                <a:schemeClr val="dk1"/>
              </a:solidFill>
              <a:latin typeface="Arial"/>
              <a:ea typeface="Arial"/>
              <a:cs typeface="Arial"/>
              <a:sym typeface="Arial"/>
            </a:endParaRPr>
          </a:p>
        </p:txBody>
      </p:sp>
      <p:pic>
        <p:nvPicPr>
          <p:cNvPr id="59" name="Google Shape;59;p14"/>
          <p:cNvPicPr preferRelativeResize="0"/>
          <p:nvPr/>
        </p:nvPicPr>
        <p:blipFill rotWithShape="1">
          <a:blip r:embed="rId2">
            <a:alphaModFix/>
          </a:blip>
          <a:srcRect b="0" l="0" r="0" t="0"/>
          <a:stretch/>
        </p:blipFill>
        <p:spPr>
          <a:xfrm>
            <a:off x="447357" y="4830752"/>
            <a:ext cx="153684" cy="153684"/>
          </a:xfrm>
          <a:prstGeom prst="rect">
            <a:avLst/>
          </a:prstGeom>
          <a:noFill/>
          <a:ln>
            <a:noFill/>
          </a:ln>
        </p:spPr>
      </p:pic>
      <p:sp>
        <p:nvSpPr>
          <p:cNvPr id="60" name="Google Shape;60;p14"/>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29292"/>
              </a:buClr>
              <a:buSzPts val="1200"/>
              <a:buFont typeface="Arial"/>
              <a:buNone/>
            </a:pPr>
            <a:r>
              <a:rPr b="0" i="0" lang="en" sz="600" u="none" cap="none" strike="noStrike">
                <a:solidFill>
                  <a:srgbClr val="929292"/>
                </a:solidFill>
                <a:latin typeface="Arial"/>
                <a:ea typeface="Arial"/>
                <a:cs typeface="Arial"/>
                <a:sym typeface="Arial"/>
              </a:rPr>
              <a:t>© 2024 Snowflake Inc. All Rights Reserved</a:t>
            </a:r>
            <a:endParaRPr b="0" i="0" sz="600" u="none" cap="none" strike="noStrike">
              <a:solidFill>
                <a:srgbClr val="929292"/>
              </a:solidFill>
              <a:latin typeface="Arial"/>
              <a:ea typeface="Arial"/>
              <a:cs typeface="Arial"/>
              <a:sym typeface="Arial"/>
            </a:endParaRPr>
          </a:p>
        </p:txBody>
      </p:sp>
      <p:sp>
        <p:nvSpPr>
          <p:cNvPr id="61" name="Google Shape;61;p14"/>
          <p:cNvSpPr txBox="1"/>
          <p:nvPr/>
        </p:nvSpPr>
        <p:spPr>
          <a:xfrm>
            <a:off x="8614611" y="4866916"/>
            <a:ext cx="279000" cy="138600"/>
          </a:xfrm>
          <a:prstGeom prst="rect">
            <a:avLst/>
          </a:prstGeom>
          <a:noFill/>
          <a:ln>
            <a:noFill/>
          </a:ln>
        </p:spPr>
        <p:txBody>
          <a:bodyPr anchorCtr="0" anchor="t" bIns="22850" lIns="45700" spcFirstLastPara="1" rIns="45700" wrap="square" tIns="22850">
            <a:sp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 sz="600" u="none" cap="none" strike="noStrike">
                <a:solidFill>
                  <a:srgbClr val="929292"/>
                </a:solidFill>
                <a:latin typeface="Arial"/>
                <a:ea typeface="Arial"/>
                <a:cs typeface="Arial"/>
                <a:sym typeface="Arial"/>
              </a:rPr>
              <a:t>‹#›</a:t>
            </a:fld>
            <a:endParaRPr b="0" i="0" sz="600" u="none" cap="none" strike="noStrike">
              <a:solidFill>
                <a:srgbClr val="929292"/>
              </a:solidFill>
              <a:latin typeface="Arial"/>
              <a:ea typeface="Arial"/>
              <a:cs typeface="Arial"/>
              <a:sym typeface="Arial"/>
            </a:endParaRPr>
          </a:p>
        </p:txBody>
      </p:sp>
      <p:sp>
        <p:nvSpPr>
          <p:cNvPr id="62" name="Google Shape;62;p14"/>
          <p:cNvSpPr txBox="1"/>
          <p:nvPr>
            <p:ph type="title"/>
          </p:nvPr>
        </p:nvSpPr>
        <p:spPr>
          <a:xfrm>
            <a:off x="365760" y="274320"/>
            <a:ext cx="8321100" cy="365700"/>
          </a:xfrm>
          <a:prstGeom prst="rect">
            <a:avLst/>
          </a:prstGeom>
          <a:noFill/>
          <a:ln>
            <a:noFill/>
          </a:ln>
        </p:spPr>
        <p:txBody>
          <a:bodyPr anchorCtr="0" anchor="t" bIns="0" lIns="91425" spcFirstLastPara="1" rIns="91425" wrap="square" tIns="45700">
            <a:noAutofit/>
          </a:bodyPr>
          <a:lstStyle>
            <a:lvl1pPr lvl="0" algn="l">
              <a:lnSpc>
                <a:spcPct val="85000"/>
              </a:lnSpc>
              <a:spcBef>
                <a:spcPts val="0"/>
              </a:spcBef>
              <a:spcAft>
                <a:spcPts val="0"/>
              </a:spcAft>
              <a:buClr>
                <a:schemeClr val="dk1"/>
              </a:buClr>
              <a:buSzPts val="2600"/>
              <a:buFont typeface="Arial"/>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3" name="Google Shape;63;p14"/>
          <p:cNvSpPr txBox="1"/>
          <p:nvPr>
            <p:ph idx="4" type="subTitle"/>
          </p:nvPr>
        </p:nvSpPr>
        <p:spPr>
          <a:xfrm>
            <a:off x="365760" y="655868"/>
            <a:ext cx="8344800" cy="366000"/>
          </a:xfrm>
          <a:prstGeom prst="rect">
            <a:avLst/>
          </a:prstGeom>
          <a:noFill/>
          <a:ln>
            <a:noFill/>
          </a:ln>
        </p:spPr>
        <p:txBody>
          <a:bodyPr anchorCtr="0" anchor="t" bIns="91425" lIns="91425" spcFirstLastPara="1" rIns="91425" wrap="square" tIns="91425">
            <a:noAutofit/>
          </a:bodyPr>
          <a:lstStyle>
            <a:lvl1pPr lvl="0" algn="l">
              <a:lnSpc>
                <a:spcPct val="114000"/>
              </a:lnSpc>
              <a:spcBef>
                <a:spcPts val="0"/>
              </a:spcBef>
              <a:spcAft>
                <a:spcPts val="0"/>
              </a:spcAft>
              <a:buClr>
                <a:srgbClr val="5B5B5B"/>
              </a:buClr>
              <a:buSzPts val="3600"/>
              <a:buNone/>
              <a:defRPr>
                <a:solidFill>
                  <a:srgbClr val="5B5B5B"/>
                </a:solidFill>
              </a:defRPr>
            </a:lvl1pPr>
            <a:lvl2pPr lvl="1" algn="l">
              <a:lnSpc>
                <a:spcPct val="114000"/>
              </a:lnSpc>
              <a:spcBef>
                <a:spcPts val="1000"/>
              </a:spcBef>
              <a:spcAft>
                <a:spcPts val="0"/>
              </a:spcAft>
              <a:buClr>
                <a:srgbClr val="5B5B5B"/>
              </a:buClr>
              <a:buSzPts val="3600"/>
              <a:buNone/>
              <a:defRPr>
                <a:solidFill>
                  <a:srgbClr val="5B5B5B"/>
                </a:solidFill>
              </a:defRPr>
            </a:lvl2pPr>
            <a:lvl3pPr lvl="2" algn="l">
              <a:lnSpc>
                <a:spcPct val="114000"/>
              </a:lnSpc>
              <a:spcBef>
                <a:spcPts val="1000"/>
              </a:spcBef>
              <a:spcAft>
                <a:spcPts val="0"/>
              </a:spcAft>
              <a:buClr>
                <a:srgbClr val="5B5B5B"/>
              </a:buClr>
              <a:buSzPts val="2800"/>
              <a:buNone/>
              <a:defRPr>
                <a:solidFill>
                  <a:srgbClr val="5B5B5B"/>
                </a:solidFill>
              </a:defRPr>
            </a:lvl3pPr>
            <a:lvl4pPr lvl="3" algn="l">
              <a:lnSpc>
                <a:spcPct val="114000"/>
              </a:lnSpc>
              <a:spcBef>
                <a:spcPts val="1000"/>
              </a:spcBef>
              <a:spcAft>
                <a:spcPts val="0"/>
              </a:spcAft>
              <a:buClr>
                <a:srgbClr val="5B5B5B"/>
              </a:buClr>
              <a:buSzPts val="2800"/>
              <a:buNone/>
              <a:defRPr>
                <a:solidFill>
                  <a:srgbClr val="5B5B5B"/>
                </a:solidFill>
              </a:defRPr>
            </a:lvl4pPr>
            <a:lvl5pPr lvl="4" algn="l">
              <a:lnSpc>
                <a:spcPct val="114000"/>
              </a:lnSpc>
              <a:spcBef>
                <a:spcPts val="1000"/>
              </a:spcBef>
              <a:spcAft>
                <a:spcPts val="0"/>
              </a:spcAft>
              <a:buClr>
                <a:srgbClr val="5B5B5B"/>
              </a:buClr>
              <a:buSzPts val="2800"/>
              <a:buNone/>
              <a:defRPr>
                <a:solidFill>
                  <a:srgbClr val="5B5B5B"/>
                </a:solidFill>
              </a:defRPr>
            </a:lvl5pPr>
            <a:lvl6pPr lvl="5" algn="l">
              <a:lnSpc>
                <a:spcPct val="90000"/>
              </a:lnSpc>
              <a:spcBef>
                <a:spcPts val="1000"/>
              </a:spcBef>
              <a:spcAft>
                <a:spcPts val="0"/>
              </a:spcAft>
              <a:buClr>
                <a:srgbClr val="5B5B5B"/>
              </a:buClr>
              <a:buSzPts val="2800"/>
              <a:buNone/>
              <a:defRPr>
                <a:solidFill>
                  <a:srgbClr val="5B5B5B"/>
                </a:solidFill>
              </a:defRPr>
            </a:lvl6pPr>
            <a:lvl7pPr lvl="6" algn="l">
              <a:lnSpc>
                <a:spcPct val="90000"/>
              </a:lnSpc>
              <a:spcBef>
                <a:spcPts val="1000"/>
              </a:spcBef>
              <a:spcAft>
                <a:spcPts val="0"/>
              </a:spcAft>
              <a:buClr>
                <a:srgbClr val="5B5B5B"/>
              </a:buClr>
              <a:buSzPts val="2800"/>
              <a:buNone/>
              <a:defRPr>
                <a:solidFill>
                  <a:srgbClr val="5B5B5B"/>
                </a:solidFill>
              </a:defRPr>
            </a:lvl7pPr>
            <a:lvl8pPr lvl="7" algn="l">
              <a:lnSpc>
                <a:spcPct val="90000"/>
              </a:lnSpc>
              <a:spcBef>
                <a:spcPts val="1000"/>
              </a:spcBef>
              <a:spcAft>
                <a:spcPts val="0"/>
              </a:spcAft>
              <a:buClr>
                <a:srgbClr val="5B5B5B"/>
              </a:buClr>
              <a:buSzPts val="2800"/>
              <a:buNone/>
              <a:defRPr>
                <a:solidFill>
                  <a:srgbClr val="5B5B5B"/>
                </a:solidFill>
              </a:defRPr>
            </a:lvl8pPr>
            <a:lvl9pPr lvl="8" algn="l">
              <a:lnSpc>
                <a:spcPct val="90000"/>
              </a:lnSpc>
              <a:spcBef>
                <a:spcPts val="1000"/>
              </a:spcBef>
              <a:spcAft>
                <a:spcPts val="1000"/>
              </a:spcAft>
              <a:buClr>
                <a:srgbClr val="5B5B5B"/>
              </a:buClr>
              <a:buSzPts val="2800"/>
              <a:buNone/>
              <a:defRPr>
                <a:solidFill>
                  <a:srgbClr val="5B5B5B"/>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use layout">
  <p:cSld name="Multi-use layout">
    <p:spTree>
      <p:nvGrpSpPr>
        <p:cNvPr id="64" name="Shape 64"/>
        <p:cNvGrpSpPr/>
        <p:nvPr/>
      </p:nvGrpSpPr>
      <p:grpSpPr>
        <a:xfrm>
          <a:off x="0" y="0"/>
          <a:ext cx="0" cy="0"/>
          <a:chOff x="0" y="0"/>
          <a:chExt cx="0" cy="0"/>
        </a:xfrm>
      </p:grpSpPr>
      <p:sp>
        <p:nvSpPr>
          <p:cNvPr id="65" name="Google Shape;65;p15"/>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lvl1pPr indent="0" lvl="0" marL="0" marR="0" algn="r">
              <a:spcBef>
                <a:spcPts val="0"/>
              </a:spcBef>
              <a:buNone/>
              <a:defRPr i="0" sz="600">
                <a:solidFill>
                  <a:srgbClr val="929292"/>
                </a:solidFill>
              </a:defRPr>
            </a:lvl1pPr>
            <a:lvl2pPr indent="0" lvl="1" marL="0" marR="0" algn="r">
              <a:spcBef>
                <a:spcPts val="0"/>
              </a:spcBef>
              <a:buNone/>
              <a:defRPr i="0" sz="600">
                <a:solidFill>
                  <a:srgbClr val="929292"/>
                </a:solidFill>
              </a:defRPr>
            </a:lvl2pPr>
            <a:lvl3pPr indent="0" lvl="2" marL="0" marR="0" algn="r">
              <a:spcBef>
                <a:spcPts val="0"/>
              </a:spcBef>
              <a:buNone/>
              <a:defRPr i="0" sz="600">
                <a:solidFill>
                  <a:srgbClr val="929292"/>
                </a:solidFill>
              </a:defRPr>
            </a:lvl3pPr>
            <a:lvl4pPr indent="0" lvl="3" marL="0" marR="0" algn="r">
              <a:spcBef>
                <a:spcPts val="0"/>
              </a:spcBef>
              <a:buNone/>
              <a:defRPr i="0" sz="600">
                <a:solidFill>
                  <a:srgbClr val="929292"/>
                </a:solidFill>
              </a:defRPr>
            </a:lvl4pPr>
            <a:lvl5pPr indent="0" lvl="4" marL="0" marR="0" algn="r">
              <a:spcBef>
                <a:spcPts val="0"/>
              </a:spcBef>
              <a:buNone/>
              <a:defRPr i="0" sz="600">
                <a:solidFill>
                  <a:srgbClr val="929292"/>
                </a:solidFill>
              </a:defRPr>
            </a:lvl5pPr>
            <a:lvl6pPr indent="0" lvl="5" marL="0" marR="0" algn="r">
              <a:spcBef>
                <a:spcPts val="0"/>
              </a:spcBef>
              <a:buNone/>
              <a:defRPr i="0" sz="600">
                <a:solidFill>
                  <a:srgbClr val="929292"/>
                </a:solidFill>
              </a:defRPr>
            </a:lvl6pPr>
            <a:lvl7pPr indent="0" lvl="6" marL="0" marR="0" algn="r">
              <a:spcBef>
                <a:spcPts val="0"/>
              </a:spcBef>
              <a:buNone/>
              <a:defRPr i="0" sz="600">
                <a:solidFill>
                  <a:srgbClr val="929292"/>
                </a:solidFill>
              </a:defRPr>
            </a:lvl7pPr>
            <a:lvl8pPr indent="0" lvl="7" marL="0" marR="0" algn="r">
              <a:spcBef>
                <a:spcPts val="0"/>
              </a:spcBef>
              <a:buNone/>
              <a:defRPr i="0" sz="600">
                <a:solidFill>
                  <a:srgbClr val="929292"/>
                </a:solidFill>
              </a:defRPr>
            </a:lvl8pPr>
            <a:lvl9pPr indent="0" lvl="8" marL="0" marR="0" algn="r">
              <a:spcBef>
                <a:spcPts val="0"/>
              </a:spcBef>
              <a:buNone/>
              <a:defRPr i="0" sz="600">
                <a:solidFill>
                  <a:srgbClr val="929292"/>
                </a:solidFill>
              </a:defRPr>
            </a:lvl9pPr>
          </a:lstStyle>
          <a:p>
            <a:pPr indent="0" lvl="0" marL="0" rtl="0" algn="r">
              <a:spcBef>
                <a:spcPts val="0"/>
              </a:spcBef>
              <a:spcAft>
                <a:spcPts val="0"/>
              </a:spcAft>
              <a:buNone/>
            </a:pPr>
            <a:fld id="{00000000-1234-1234-1234-123412341234}" type="slidenum">
              <a:rPr lang="en"/>
              <a:t>‹#›</a:t>
            </a:fld>
            <a:endParaRPr/>
          </a:p>
        </p:txBody>
      </p:sp>
      <p:sp>
        <p:nvSpPr>
          <p:cNvPr id="66" name="Google Shape;66;p15"/>
          <p:cNvSpPr/>
          <p:nvPr/>
        </p:nvSpPr>
        <p:spPr>
          <a:xfrm>
            <a:off x="457195" y="4846320"/>
            <a:ext cx="135250" cy="128588"/>
          </a:xfrm>
          <a:custGeom>
            <a:rect b="b" l="l" r="r" t="t"/>
            <a:pathLst>
              <a:path extrusionOk="0" h="5143500" w="5409981">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7" name="Google Shape;67;p15"/>
          <p:cNvSpPr txBox="1"/>
          <p:nvPr>
            <p:ph type="title"/>
          </p:nvPr>
        </p:nvSpPr>
        <p:spPr>
          <a:xfrm>
            <a:off x="367897" y="228600"/>
            <a:ext cx="8344800" cy="548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8" name="Google Shape;68;p15"/>
          <p:cNvSpPr txBox="1"/>
          <p:nvPr>
            <p:ph idx="1" type="subTitle"/>
          </p:nvPr>
        </p:nvSpPr>
        <p:spPr>
          <a:xfrm>
            <a:off x="365760" y="655285"/>
            <a:ext cx="8344800" cy="365700"/>
          </a:xfrm>
          <a:prstGeom prst="rect">
            <a:avLst/>
          </a:prstGeom>
        </p:spPr>
        <p:txBody>
          <a:bodyPr anchorCtr="0" anchor="t" bIns="91425" lIns="91425" spcFirstLastPara="1" rIns="91425" wrap="square" tIns="91425">
            <a:noAutofit/>
          </a:bodyPr>
          <a:lstStyle>
            <a:lvl1pPr lvl="0">
              <a:spcBef>
                <a:spcPts val="0"/>
              </a:spcBef>
              <a:spcAft>
                <a:spcPts val="0"/>
              </a:spcAft>
              <a:buClr>
                <a:srgbClr val="5B5B5B"/>
              </a:buClr>
              <a:buSzPts val="1800"/>
              <a:buNone/>
              <a:defRPr>
                <a:solidFill>
                  <a:srgbClr val="5B5B5B"/>
                </a:solidFill>
              </a:defRPr>
            </a:lvl1pPr>
            <a:lvl2pPr lvl="1">
              <a:spcBef>
                <a:spcPts val="0"/>
              </a:spcBef>
              <a:spcAft>
                <a:spcPts val="0"/>
              </a:spcAft>
              <a:buClr>
                <a:srgbClr val="5B5B5B"/>
              </a:buClr>
              <a:buSzPts val="1400"/>
              <a:buNone/>
              <a:defRPr>
                <a:solidFill>
                  <a:srgbClr val="5B5B5B"/>
                </a:solidFill>
              </a:defRPr>
            </a:lvl2pPr>
            <a:lvl3pPr lvl="2">
              <a:spcBef>
                <a:spcPts val="0"/>
              </a:spcBef>
              <a:spcAft>
                <a:spcPts val="0"/>
              </a:spcAft>
              <a:buClr>
                <a:srgbClr val="5B5B5B"/>
              </a:buClr>
              <a:buSzPts val="1400"/>
              <a:buNone/>
              <a:defRPr>
                <a:solidFill>
                  <a:srgbClr val="5B5B5B"/>
                </a:solidFill>
              </a:defRPr>
            </a:lvl3pPr>
            <a:lvl4pPr lvl="3">
              <a:spcBef>
                <a:spcPts val="0"/>
              </a:spcBef>
              <a:spcAft>
                <a:spcPts val="0"/>
              </a:spcAft>
              <a:buClr>
                <a:srgbClr val="5B5B5B"/>
              </a:buClr>
              <a:buSzPts val="1400"/>
              <a:buNone/>
              <a:defRPr>
                <a:solidFill>
                  <a:srgbClr val="5B5B5B"/>
                </a:solidFill>
              </a:defRPr>
            </a:lvl4pPr>
            <a:lvl5pPr lvl="4">
              <a:spcBef>
                <a:spcPts val="0"/>
              </a:spcBef>
              <a:spcAft>
                <a:spcPts val="0"/>
              </a:spcAft>
              <a:buClr>
                <a:srgbClr val="5B5B5B"/>
              </a:buClr>
              <a:buSzPts val="1400"/>
              <a:buNone/>
              <a:defRPr>
                <a:solidFill>
                  <a:srgbClr val="5B5B5B"/>
                </a:solidFill>
              </a:defRPr>
            </a:lvl5pPr>
            <a:lvl6pPr lvl="5">
              <a:spcBef>
                <a:spcPts val="0"/>
              </a:spcBef>
              <a:spcAft>
                <a:spcPts val="0"/>
              </a:spcAft>
              <a:buClr>
                <a:srgbClr val="5B5B5B"/>
              </a:buClr>
              <a:buSzPts val="1400"/>
              <a:buNone/>
              <a:defRPr>
                <a:solidFill>
                  <a:srgbClr val="5B5B5B"/>
                </a:solidFill>
              </a:defRPr>
            </a:lvl6pPr>
            <a:lvl7pPr lvl="6">
              <a:spcBef>
                <a:spcPts val="0"/>
              </a:spcBef>
              <a:spcAft>
                <a:spcPts val="0"/>
              </a:spcAft>
              <a:buClr>
                <a:srgbClr val="5B5B5B"/>
              </a:buClr>
              <a:buSzPts val="1400"/>
              <a:buNone/>
              <a:defRPr>
                <a:solidFill>
                  <a:srgbClr val="5B5B5B"/>
                </a:solidFill>
              </a:defRPr>
            </a:lvl7pPr>
            <a:lvl8pPr lvl="7">
              <a:spcBef>
                <a:spcPts val="0"/>
              </a:spcBef>
              <a:spcAft>
                <a:spcPts val="0"/>
              </a:spcAft>
              <a:buClr>
                <a:srgbClr val="5B5B5B"/>
              </a:buClr>
              <a:buSzPts val="1400"/>
              <a:buNone/>
              <a:defRPr>
                <a:solidFill>
                  <a:srgbClr val="5B5B5B"/>
                </a:solidFill>
              </a:defRPr>
            </a:lvl8pPr>
            <a:lvl9pPr lvl="8">
              <a:spcBef>
                <a:spcPts val="0"/>
              </a:spcBef>
              <a:spcAft>
                <a:spcPts val="0"/>
              </a:spcAft>
              <a:buClr>
                <a:srgbClr val="5B5B5B"/>
              </a:buClr>
              <a:buSzPts val="1400"/>
              <a:buNone/>
              <a:defRPr>
                <a:solidFill>
                  <a:srgbClr val="5B5B5B"/>
                </a:solidFill>
              </a:defRPr>
            </a:lvl9pPr>
          </a:lstStyle>
          <a:p/>
        </p:txBody>
      </p:sp>
      <p:sp>
        <p:nvSpPr>
          <p:cNvPr id="69" name="Google Shape;69;p15"/>
          <p:cNvSpPr txBox="1"/>
          <p:nvPr/>
        </p:nvSpPr>
        <p:spPr>
          <a:xfrm>
            <a:off x="2883200" y="1953900"/>
            <a:ext cx="266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70" name="Google Shape;70;p15"/>
          <p:cNvSpPr/>
          <p:nvPr/>
        </p:nvSpPr>
        <p:spPr>
          <a:xfrm>
            <a:off x="660651" y="4866916"/>
            <a:ext cx="1681200" cy="92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 sz="600">
                <a:solidFill>
                  <a:srgbClr val="929292"/>
                </a:solidFill>
              </a:rPr>
              <a:t>© 2025 Snowflake Inc. All Rights Reserved</a:t>
            </a:r>
            <a:endParaRPr sz="600">
              <a:solidFill>
                <a:srgbClr val="929292"/>
              </a:solidFill>
              <a:latin typeface="Arial"/>
              <a:ea typeface="Arial"/>
              <a:cs typeface="Arial"/>
              <a:sym typeface="Arial"/>
            </a:endParaRPr>
          </a:p>
        </p:txBody>
      </p:sp>
      <p:sp>
        <p:nvSpPr>
          <p:cNvPr id="71" name="Google Shape;71;p15"/>
          <p:cNvSpPr/>
          <p:nvPr/>
        </p:nvSpPr>
        <p:spPr>
          <a:xfrm>
            <a:off x="0" y="343500"/>
            <a:ext cx="137100" cy="36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s://docs.snowflake.com/en/user-guide/snowflake-cortex/cortex-agents" TargetMode="Externa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20" Type="http://schemas.openxmlformats.org/officeDocument/2006/relationships/image" Target="../media/image16.png"/><Relationship Id="rId22" Type="http://schemas.openxmlformats.org/officeDocument/2006/relationships/image" Target="../media/image13.png"/><Relationship Id="rId21" Type="http://schemas.openxmlformats.org/officeDocument/2006/relationships/image" Target="../media/image15.png"/><Relationship Id="rId24" Type="http://schemas.openxmlformats.org/officeDocument/2006/relationships/image" Target="../media/image17.png"/><Relationship Id="rId23"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14.png"/><Relationship Id="rId9" Type="http://schemas.openxmlformats.org/officeDocument/2006/relationships/image" Target="../media/image18.png"/><Relationship Id="rId26" Type="http://schemas.openxmlformats.org/officeDocument/2006/relationships/image" Target="../media/image23.png"/><Relationship Id="rId25" Type="http://schemas.openxmlformats.org/officeDocument/2006/relationships/image" Target="../media/image19.png"/><Relationship Id="rId28" Type="http://schemas.openxmlformats.org/officeDocument/2006/relationships/image" Target="../media/image12.png"/><Relationship Id="rId27" Type="http://schemas.openxmlformats.org/officeDocument/2006/relationships/image" Target="../media/image20.png"/><Relationship Id="rId5" Type="http://schemas.openxmlformats.org/officeDocument/2006/relationships/image" Target="../media/image6.png"/><Relationship Id="rId6" Type="http://schemas.openxmlformats.org/officeDocument/2006/relationships/image" Target="../media/image3.png"/><Relationship Id="rId7" Type="http://schemas.openxmlformats.org/officeDocument/2006/relationships/image" Target="../media/image1.png"/><Relationship Id="rId8" Type="http://schemas.openxmlformats.org/officeDocument/2006/relationships/image" Target="../media/image4.png"/><Relationship Id="rId11" Type="http://schemas.openxmlformats.org/officeDocument/2006/relationships/image" Target="../media/image22.png"/><Relationship Id="rId10" Type="http://schemas.openxmlformats.org/officeDocument/2006/relationships/image" Target="../media/image28.png"/><Relationship Id="rId13" Type="http://schemas.openxmlformats.org/officeDocument/2006/relationships/image" Target="../media/image29.png"/><Relationship Id="rId12" Type="http://schemas.openxmlformats.org/officeDocument/2006/relationships/image" Target="../media/image26.png"/><Relationship Id="rId15" Type="http://schemas.openxmlformats.org/officeDocument/2006/relationships/image" Target="../media/image27.png"/><Relationship Id="rId14" Type="http://schemas.openxmlformats.org/officeDocument/2006/relationships/image" Target="../media/image24.png"/><Relationship Id="rId17" Type="http://schemas.openxmlformats.org/officeDocument/2006/relationships/image" Target="../media/image8.png"/><Relationship Id="rId16" Type="http://schemas.openxmlformats.org/officeDocument/2006/relationships/image" Target="../media/image21.png"/><Relationship Id="rId19" Type="http://schemas.openxmlformats.org/officeDocument/2006/relationships/image" Target="../media/image7.png"/><Relationship Id="rId18" Type="http://schemas.openxmlformats.org/officeDocument/2006/relationships/image" Target="../media/image2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nvSpPr>
        <p:spPr>
          <a:xfrm>
            <a:off x="1837050" y="597425"/>
            <a:ext cx="7408800" cy="1920300"/>
          </a:xfrm>
          <a:prstGeom prst="rect">
            <a:avLst/>
          </a:prstGeom>
          <a:noFill/>
          <a:ln>
            <a:noFill/>
          </a:ln>
        </p:spPr>
        <p:txBody>
          <a:bodyPr anchorCtr="0" anchor="b" bIns="91425" lIns="91425" spcFirstLastPara="1" rIns="91425" wrap="square" tIns="91425">
            <a:noAutofit/>
          </a:bodyPr>
          <a:lstStyle/>
          <a:p>
            <a:pPr indent="0" lvl="0" marL="0" rtl="0" algn="l">
              <a:lnSpc>
                <a:spcPct val="85000"/>
              </a:lnSpc>
              <a:spcBef>
                <a:spcPts val="0"/>
              </a:spcBef>
              <a:spcAft>
                <a:spcPts val="0"/>
              </a:spcAft>
              <a:buNone/>
            </a:pPr>
            <a:r>
              <a:rPr b="1" lang="en" sz="2600">
                <a:solidFill>
                  <a:srgbClr val="FFFFFF"/>
                </a:solidFill>
              </a:rPr>
              <a:t>SNOWFLAKE</a:t>
            </a:r>
            <a:r>
              <a:rPr b="1" lang="en" sz="2600">
                <a:solidFill>
                  <a:srgbClr val="262626"/>
                </a:solidFill>
              </a:rPr>
              <a:t> </a:t>
            </a:r>
            <a:endParaRPr b="1" sz="2600">
              <a:solidFill>
                <a:srgbClr val="262626"/>
              </a:solidFill>
            </a:endParaRPr>
          </a:p>
          <a:p>
            <a:pPr indent="0" lvl="0" marL="0" rtl="0" algn="l">
              <a:lnSpc>
                <a:spcPct val="85000"/>
              </a:lnSpc>
              <a:spcBef>
                <a:spcPts val="0"/>
              </a:spcBef>
              <a:spcAft>
                <a:spcPts val="0"/>
              </a:spcAft>
              <a:buNone/>
            </a:pPr>
            <a:r>
              <a:rPr b="1" lang="en" sz="2600">
                <a:solidFill>
                  <a:srgbClr val="262626"/>
                </a:solidFill>
              </a:rPr>
              <a:t>Bookly </a:t>
            </a:r>
            <a:r>
              <a:rPr b="1" lang="en" sz="2600">
                <a:solidFill>
                  <a:srgbClr val="262626"/>
                </a:solidFill>
              </a:rPr>
              <a:t>customer</a:t>
            </a:r>
            <a:r>
              <a:rPr b="1" lang="en" sz="2600">
                <a:solidFill>
                  <a:srgbClr val="262626"/>
                </a:solidFill>
              </a:rPr>
              <a:t> support agent</a:t>
            </a:r>
            <a:endParaRPr b="1" sz="2600">
              <a:solidFill>
                <a:srgbClr val="262626"/>
              </a:solidFill>
            </a:endParaRPr>
          </a:p>
        </p:txBody>
      </p:sp>
      <p:pic>
        <p:nvPicPr>
          <p:cNvPr id="77" name="Google Shape;77;p16"/>
          <p:cNvPicPr preferRelativeResize="0"/>
          <p:nvPr/>
        </p:nvPicPr>
        <p:blipFill>
          <a:blip r:embed="rId3">
            <a:alphaModFix/>
          </a:blip>
          <a:stretch>
            <a:fillRect/>
          </a:stretch>
        </p:blipFill>
        <p:spPr>
          <a:xfrm>
            <a:off x="392500" y="1550925"/>
            <a:ext cx="1066800" cy="1333500"/>
          </a:xfrm>
          <a:prstGeom prst="rect">
            <a:avLst/>
          </a:prstGeom>
          <a:noFill/>
          <a:ln>
            <a:noFill/>
          </a:ln>
        </p:spPr>
      </p:pic>
      <p:sp>
        <p:nvSpPr>
          <p:cNvPr id="78" name="Google Shape;78;p16"/>
          <p:cNvSpPr txBox="1"/>
          <p:nvPr/>
        </p:nvSpPr>
        <p:spPr>
          <a:xfrm>
            <a:off x="366600" y="4359693"/>
            <a:ext cx="4205400" cy="274200"/>
          </a:xfrm>
          <a:prstGeom prst="rect">
            <a:avLst/>
          </a:prstGeom>
          <a:noFill/>
          <a:ln>
            <a:noFill/>
          </a:ln>
        </p:spPr>
        <p:txBody>
          <a:bodyPr anchorCtr="0" anchor="b" bIns="91425" lIns="91425" spcFirstLastPara="1" rIns="91425" wrap="square" tIns="91425">
            <a:noAutofit/>
          </a:bodyPr>
          <a:lstStyle/>
          <a:p>
            <a:pPr indent="0" lvl="0" marL="0" rtl="0" algn="l">
              <a:lnSpc>
                <a:spcPct val="90000"/>
              </a:lnSpc>
              <a:spcBef>
                <a:spcPts val="0"/>
              </a:spcBef>
              <a:spcAft>
                <a:spcPts val="0"/>
              </a:spcAft>
              <a:buNone/>
            </a:pPr>
            <a:r>
              <a:rPr b="1" lang="en">
                <a:solidFill>
                  <a:srgbClr val="262626"/>
                </a:solidFill>
              </a:rPr>
              <a:t>Suresh Vadakath</a:t>
            </a:r>
            <a:endParaRPr b="1">
              <a:solidFill>
                <a:srgbClr val="262626"/>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nvSpPr>
        <p:spPr>
          <a:xfrm>
            <a:off x="376950" y="693450"/>
            <a:ext cx="8609400" cy="3992400"/>
          </a:xfrm>
          <a:prstGeom prst="rect">
            <a:avLst/>
          </a:prstGeom>
          <a:noFill/>
          <a:ln>
            <a:noFill/>
          </a:ln>
        </p:spPr>
        <p:txBody>
          <a:bodyPr anchorCtr="0" anchor="t" bIns="91425" lIns="91425" spcFirstLastPara="1" rIns="91425" wrap="square" tIns="91425">
            <a:noAutofit/>
          </a:bodyPr>
          <a:lstStyle/>
          <a:p>
            <a:pPr indent="0" lvl="0" marL="0" rtl="0" algn="l">
              <a:lnSpc>
                <a:spcPct val="136363"/>
              </a:lnSpc>
              <a:spcBef>
                <a:spcPts val="1100"/>
              </a:spcBef>
              <a:spcAft>
                <a:spcPts val="0"/>
              </a:spcAft>
              <a:buNone/>
            </a:pPr>
            <a:r>
              <a:rPr b="1" i="1" lang="en" sz="1100">
                <a:solidFill>
                  <a:srgbClr val="222222"/>
                </a:solidFill>
                <a:highlight>
                  <a:srgbClr val="FFFFFF"/>
                </a:highlight>
              </a:rPr>
              <a:t>Key criteria</a:t>
            </a:r>
            <a:endParaRPr b="1" sz="1000">
              <a:highlight>
                <a:srgbClr val="FFFFFF"/>
              </a:highlight>
            </a:endParaRPr>
          </a:p>
          <a:p>
            <a:pPr indent="0" lvl="0" marL="0" rtl="0" algn="l">
              <a:lnSpc>
                <a:spcPct val="115000"/>
              </a:lnSpc>
              <a:spcBef>
                <a:spcPts val="1100"/>
              </a:spcBef>
              <a:spcAft>
                <a:spcPts val="0"/>
              </a:spcAft>
              <a:buNone/>
            </a:pPr>
            <a:r>
              <a:rPr lang="en" sz="1100">
                <a:solidFill>
                  <a:srgbClr val="222222"/>
                </a:solidFill>
                <a:highlight>
                  <a:srgbClr val="FFFFFF"/>
                </a:highlight>
              </a:rPr>
              <a:t>You're building a customer support </a:t>
            </a:r>
            <a:r>
              <a:rPr b="1" lang="en" sz="1100">
                <a:solidFill>
                  <a:srgbClr val="222222"/>
                </a:solidFill>
                <a:highlight>
                  <a:srgbClr val="FFFFFF"/>
                </a:highlight>
              </a:rPr>
              <a:t>chat or voice</a:t>
            </a:r>
            <a:r>
              <a:rPr lang="en" sz="1100">
                <a:solidFill>
                  <a:srgbClr val="222222"/>
                </a:solidFill>
                <a:highlight>
                  <a:srgbClr val="FFFFFF"/>
                </a:highlight>
              </a:rPr>
              <a:t> AI </a:t>
            </a:r>
            <a:r>
              <a:rPr lang="en" sz="1100">
                <a:solidFill>
                  <a:srgbClr val="222222"/>
                </a:solidFill>
                <a:highlight>
                  <a:srgbClr val="FFFFFF"/>
                </a:highlight>
              </a:rPr>
              <a:t>agent for </a:t>
            </a:r>
            <a:r>
              <a:rPr b="1" lang="en" sz="1100">
                <a:solidFill>
                  <a:srgbClr val="222222"/>
                </a:solidFill>
                <a:highlight>
                  <a:srgbClr val="FFFFFF"/>
                </a:highlight>
              </a:rPr>
              <a:t>Bookly</a:t>
            </a:r>
            <a:r>
              <a:rPr lang="en" sz="1100">
                <a:solidFill>
                  <a:srgbClr val="222222"/>
                </a:solidFill>
                <a:highlight>
                  <a:srgbClr val="FFFFFF"/>
                </a:highlight>
              </a:rPr>
              <a:t>, a fictional online bookstore. Customers contact support for:</a:t>
            </a:r>
            <a:endParaRPr sz="1100">
              <a:solidFill>
                <a:srgbClr val="222222"/>
              </a:solidFill>
              <a:highlight>
                <a:srgbClr val="FFFFFF"/>
              </a:highlight>
            </a:endParaRPr>
          </a:p>
          <a:p>
            <a:pPr indent="-298450" lvl="0" marL="596900" rtl="0" algn="l">
              <a:lnSpc>
                <a:spcPct val="115000"/>
              </a:lnSpc>
              <a:spcBef>
                <a:spcPts val="1000"/>
              </a:spcBef>
              <a:spcAft>
                <a:spcPts val="0"/>
              </a:spcAft>
              <a:buClr>
                <a:srgbClr val="222222"/>
              </a:buClr>
              <a:buSzPts val="1100"/>
              <a:buChar char="●"/>
            </a:pPr>
            <a:r>
              <a:rPr lang="en" sz="1100">
                <a:solidFill>
                  <a:srgbClr val="222222"/>
                </a:solidFill>
                <a:highlight>
                  <a:srgbClr val="FFFFFF"/>
                </a:highlight>
              </a:rPr>
              <a:t>Order status inquiries</a:t>
            </a:r>
            <a:endParaRPr sz="1100">
              <a:solidFill>
                <a:srgbClr val="222222"/>
              </a:solidFill>
              <a:highlight>
                <a:srgbClr val="FFFFFF"/>
              </a:highlight>
            </a:endParaRPr>
          </a:p>
          <a:p>
            <a:pPr indent="-298450" lvl="0" marL="596900" rtl="0" algn="l">
              <a:lnSpc>
                <a:spcPct val="115000"/>
              </a:lnSpc>
              <a:spcBef>
                <a:spcPts val="0"/>
              </a:spcBef>
              <a:spcAft>
                <a:spcPts val="0"/>
              </a:spcAft>
              <a:buClr>
                <a:srgbClr val="222222"/>
              </a:buClr>
              <a:buSzPts val="1100"/>
              <a:buChar char="●"/>
            </a:pPr>
            <a:r>
              <a:rPr lang="en" sz="1100">
                <a:solidFill>
                  <a:srgbClr val="222222"/>
                </a:solidFill>
                <a:highlight>
                  <a:srgbClr val="FFFFFF"/>
                </a:highlight>
              </a:rPr>
              <a:t>Return/refund requests</a:t>
            </a:r>
            <a:endParaRPr sz="1100">
              <a:solidFill>
                <a:srgbClr val="222222"/>
              </a:solidFill>
              <a:highlight>
                <a:srgbClr val="FFFFFF"/>
              </a:highlight>
            </a:endParaRPr>
          </a:p>
          <a:p>
            <a:pPr indent="-298450" lvl="0" marL="596900" rtl="0" algn="l">
              <a:lnSpc>
                <a:spcPct val="115000"/>
              </a:lnSpc>
              <a:spcBef>
                <a:spcPts val="0"/>
              </a:spcBef>
              <a:spcAft>
                <a:spcPts val="0"/>
              </a:spcAft>
              <a:buClr>
                <a:srgbClr val="222222"/>
              </a:buClr>
              <a:buSzPts val="1100"/>
              <a:buChar char="●"/>
            </a:pPr>
            <a:r>
              <a:rPr lang="en" sz="1100">
                <a:solidFill>
                  <a:srgbClr val="222222"/>
                </a:solidFill>
                <a:highlight>
                  <a:srgbClr val="FFFFFF"/>
                </a:highlight>
              </a:rPr>
              <a:t>General questions about shipping, policies, password reset, etc.</a:t>
            </a:r>
            <a:endParaRPr sz="1100">
              <a:solidFill>
                <a:srgbClr val="222222"/>
              </a:solidFill>
              <a:highlight>
                <a:srgbClr val="FFFFFF"/>
              </a:highlight>
            </a:endParaRPr>
          </a:p>
          <a:p>
            <a:pPr indent="0" lvl="0" marL="0" rtl="0" algn="l">
              <a:lnSpc>
                <a:spcPct val="115000"/>
              </a:lnSpc>
              <a:spcBef>
                <a:spcPts val="1000"/>
              </a:spcBef>
              <a:spcAft>
                <a:spcPts val="0"/>
              </a:spcAft>
              <a:buNone/>
            </a:pPr>
            <a:r>
              <a:rPr b="1" i="1" lang="en" sz="1100">
                <a:solidFill>
                  <a:srgbClr val="222222"/>
                </a:solidFill>
                <a:highlight>
                  <a:srgbClr val="FFFFFF"/>
                </a:highlight>
              </a:rPr>
              <a:t>Prototype</a:t>
            </a:r>
            <a:endParaRPr b="1" sz="1100">
              <a:solidFill>
                <a:srgbClr val="222222"/>
              </a:solidFill>
              <a:highlight>
                <a:srgbClr val="FFFFFF"/>
              </a:highlight>
            </a:endParaRPr>
          </a:p>
          <a:p>
            <a:pPr indent="0" lvl="0" marL="0" rtl="0" algn="l">
              <a:lnSpc>
                <a:spcPct val="115000"/>
              </a:lnSpc>
              <a:spcBef>
                <a:spcPts val="1000"/>
              </a:spcBef>
              <a:spcAft>
                <a:spcPts val="0"/>
              </a:spcAft>
              <a:buNone/>
            </a:pPr>
            <a:r>
              <a:rPr lang="en" sz="1100">
                <a:solidFill>
                  <a:srgbClr val="222222"/>
                </a:solidFill>
                <a:highlight>
                  <a:srgbClr val="FFFFFF"/>
                </a:highlight>
              </a:rPr>
              <a:t>Build a simple interactive demo that shows your agent in action. Users should be able to type or speak queries and receive responses. </a:t>
            </a:r>
            <a:endParaRPr sz="1100">
              <a:solidFill>
                <a:srgbClr val="222222"/>
              </a:solidFill>
              <a:highlight>
                <a:srgbClr val="FFFFFF"/>
              </a:highlight>
            </a:endParaRPr>
          </a:p>
          <a:p>
            <a:pPr indent="0" lvl="0" marL="0" rtl="0" algn="l">
              <a:lnSpc>
                <a:spcPct val="115000"/>
              </a:lnSpc>
              <a:spcBef>
                <a:spcPts val="1000"/>
              </a:spcBef>
              <a:spcAft>
                <a:spcPts val="0"/>
              </a:spcAft>
              <a:buNone/>
            </a:pPr>
            <a:r>
              <a:rPr b="1" i="1" lang="en" sz="1100">
                <a:solidFill>
                  <a:srgbClr val="222222"/>
                </a:solidFill>
                <a:highlight>
                  <a:srgbClr val="FFFFFF"/>
                </a:highlight>
              </a:rPr>
              <a:t>Minimum requirements</a:t>
            </a:r>
            <a:endParaRPr b="1" sz="1100">
              <a:solidFill>
                <a:srgbClr val="222222"/>
              </a:solidFill>
              <a:highlight>
                <a:srgbClr val="FFFFFF"/>
              </a:highlight>
            </a:endParaRPr>
          </a:p>
          <a:p>
            <a:pPr indent="-298450" lvl="0" marL="596900" rtl="0" algn="l">
              <a:lnSpc>
                <a:spcPct val="115000"/>
              </a:lnSpc>
              <a:spcBef>
                <a:spcPts val="1000"/>
              </a:spcBef>
              <a:spcAft>
                <a:spcPts val="0"/>
              </a:spcAft>
              <a:buClr>
                <a:srgbClr val="222222"/>
              </a:buClr>
              <a:buSzPts val="1100"/>
              <a:buChar char="●"/>
            </a:pPr>
            <a:r>
              <a:rPr lang="en" sz="1100">
                <a:solidFill>
                  <a:srgbClr val="222222"/>
                </a:solidFill>
                <a:highlight>
                  <a:srgbClr val="FFFFFF"/>
                </a:highlight>
              </a:rPr>
              <a:t>At least one multi-turn interaction (e.g. collecting information before</a:t>
            </a:r>
            <a:br>
              <a:rPr lang="en" sz="1100">
                <a:solidFill>
                  <a:srgbClr val="222222"/>
                </a:solidFill>
                <a:highlight>
                  <a:srgbClr val="FFFFFF"/>
                </a:highlight>
              </a:rPr>
            </a:br>
            <a:r>
              <a:rPr lang="en" sz="1100">
                <a:solidFill>
                  <a:srgbClr val="222222"/>
                </a:solidFill>
                <a:highlight>
                  <a:srgbClr val="FFFFFF"/>
                </a:highlight>
              </a:rPr>
              <a:t>responding)</a:t>
            </a:r>
            <a:endParaRPr sz="1100">
              <a:solidFill>
                <a:srgbClr val="222222"/>
              </a:solidFill>
              <a:highlight>
                <a:srgbClr val="FFFFFF"/>
              </a:highlight>
            </a:endParaRPr>
          </a:p>
          <a:p>
            <a:pPr indent="-298450" lvl="0" marL="596900" rtl="0" algn="l">
              <a:lnSpc>
                <a:spcPct val="115000"/>
              </a:lnSpc>
              <a:spcBef>
                <a:spcPts val="0"/>
              </a:spcBef>
              <a:spcAft>
                <a:spcPts val="0"/>
              </a:spcAft>
              <a:buClr>
                <a:srgbClr val="222222"/>
              </a:buClr>
              <a:buSzPts val="1100"/>
              <a:buChar char="●"/>
            </a:pPr>
            <a:r>
              <a:rPr lang="en" sz="1100">
                <a:solidFill>
                  <a:srgbClr val="222222"/>
                </a:solidFill>
                <a:highlight>
                  <a:srgbClr val="FFFFFF"/>
                </a:highlight>
              </a:rPr>
              <a:t>At least one example of the agent taking an action or using a tool (real or</a:t>
            </a:r>
            <a:br>
              <a:rPr lang="en" sz="1100">
                <a:solidFill>
                  <a:srgbClr val="222222"/>
                </a:solidFill>
                <a:highlight>
                  <a:srgbClr val="FFFFFF"/>
                </a:highlight>
              </a:rPr>
            </a:br>
            <a:r>
              <a:rPr lang="en" sz="1100">
                <a:solidFill>
                  <a:srgbClr val="222222"/>
                </a:solidFill>
                <a:highlight>
                  <a:srgbClr val="FFFFFF"/>
                </a:highlight>
              </a:rPr>
              <a:t>mocked)</a:t>
            </a:r>
            <a:endParaRPr sz="1100">
              <a:solidFill>
                <a:srgbClr val="222222"/>
              </a:solidFill>
              <a:highlight>
                <a:srgbClr val="FFFFFF"/>
              </a:highlight>
            </a:endParaRPr>
          </a:p>
          <a:p>
            <a:pPr indent="-298450" lvl="0" marL="596900" rtl="0" algn="l">
              <a:lnSpc>
                <a:spcPct val="115000"/>
              </a:lnSpc>
              <a:spcBef>
                <a:spcPts val="0"/>
              </a:spcBef>
              <a:spcAft>
                <a:spcPts val="0"/>
              </a:spcAft>
              <a:buClr>
                <a:srgbClr val="222222"/>
              </a:buClr>
              <a:buSzPts val="1100"/>
              <a:buChar char="●"/>
            </a:pPr>
            <a:r>
              <a:rPr lang="en" sz="1100">
                <a:solidFill>
                  <a:srgbClr val="222222"/>
                </a:solidFill>
                <a:highlight>
                  <a:srgbClr val="FFFFFF"/>
                </a:highlight>
              </a:rPr>
              <a:t>At least one case where the agent chooses not to answer immediately and instead asks a clarifying question</a:t>
            </a:r>
            <a:endParaRPr sz="1100">
              <a:solidFill>
                <a:srgbClr val="222222"/>
              </a:solidFill>
              <a:highlight>
                <a:srgbClr val="FFFFFF"/>
              </a:highlight>
            </a:endParaRPr>
          </a:p>
          <a:p>
            <a:pPr indent="0" lvl="0" marL="0" rtl="0" algn="l">
              <a:lnSpc>
                <a:spcPct val="150000"/>
              </a:lnSpc>
              <a:spcBef>
                <a:spcPts val="1000"/>
              </a:spcBef>
              <a:spcAft>
                <a:spcPts val="0"/>
              </a:spcAft>
              <a:buNone/>
            </a:pPr>
            <a:r>
              <a:t/>
            </a:r>
            <a:endParaRPr sz="1000">
              <a:highlight>
                <a:srgbClr val="FFFFFF"/>
              </a:highlight>
            </a:endParaRPr>
          </a:p>
          <a:p>
            <a:pPr indent="0" lvl="0" marL="0" rtl="0" algn="l">
              <a:lnSpc>
                <a:spcPct val="115000"/>
              </a:lnSpc>
              <a:spcBef>
                <a:spcPts val="1000"/>
              </a:spcBef>
              <a:spcAft>
                <a:spcPts val="700"/>
              </a:spcAft>
              <a:buNone/>
            </a:pPr>
            <a:r>
              <a:t/>
            </a:r>
            <a:endParaRPr sz="800">
              <a:solidFill>
                <a:srgbClr val="5B5B5B"/>
              </a:solidFill>
            </a:endParaRPr>
          </a:p>
        </p:txBody>
      </p:sp>
      <p:sp>
        <p:nvSpPr>
          <p:cNvPr id="84" name="Google Shape;84;p17"/>
          <p:cNvSpPr txBox="1"/>
          <p:nvPr/>
        </p:nvSpPr>
        <p:spPr>
          <a:xfrm>
            <a:off x="365750" y="82267"/>
            <a:ext cx="8344800" cy="365700"/>
          </a:xfrm>
          <a:prstGeom prst="rect">
            <a:avLst/>
          </a:prstGeom>
          <a:noFill/>
          <a:ln>
            <a:noFill/>
          </a:ln>
        </p:spPr>
        <p:txBody>
          <a:bodyPr anchorCtr="0" anchor="t" bIns="91425" lIns="91425" spcFirstLastPara="1" rIns="91425" wrap="square" tIns="91425">
            <a:noAutofit/>
          </a:bodyPr>
          <a:lstStyle/>
          <a:p>
            <a:pPr indent="0" lvl="0" marL="0" rtl="0" algn="l">
              <a:lnSpc>
                <a:spcPct val="85000"/>
              </a:lnSpc>
              <a:spcBef>
                <a:spcPts val="0"/>
              </a:spcBef>
              <a:spcAft>
                <a:spcPts val="1000"/>
              </a:spcAft>
              <a:buNone/>
            </a:pPr>
            <a:r>
              <a:rPr b="1" lang="en" sz="2600">
                <a:solidFill>
                  <a:srgbClr val="262626"/>
                </a:solidFill>
              </a:rPr>
              <a:t>Agent Design</a:t>
            </a:r>
            <a:endParaRPr b="1" sz="2600">
              <a:solidFill>
                <a:srgbClr val="262626"/>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nvSpPr>
        <p:spPr>
          <a:xfrm>
            <a:off x="376950" y="708024"/>
            <a:ext cx="8609400" cy="41217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100">
                <a:solidFill>
                  <a:schemeClr val="dk1"/>
                </a:solidFill>
                <a:highlight>
                  <a:srgbClr val="FFFFFF"/>
                </a:highlight>
              </a:rPr>
              <a:t>A conversational AI customer support agent for </a:t>
            </a:r>
            <a:r>
              <a:rPr b="1" lang="en" sz="1100">
                <a:solidFill>
                  <a:srgbClr val="000080"/>
                </a:solidFill>
                <a:highlight>
                  <a:srgbClr val="FFFFFF"/>
                </a:highlight>
              </a:rPr>
              <a:t>**Bookly**</a:t>
            </a:r>
            <a:r>
              <a:rPr lang="en" sz="1100">
                <a:solidFill>
                  <a:schemeClr val="dk1"/>
                </a:solidFill>
                <a:highlight>
                  <a:srgbClr val="FFFFFF"/>
                </a:highlight>
              </a:rPr>
              <a:t> (online bookstore) that can answer order questions, look up policies, and process returns — all powered by </a:t>
            </a:r>
            <a:r>
              <a:rPr b="1" lang="en" sz="1100">
                <a:solidFill>
                  <a:srgbClr val="000080"/>
                </a:solidFill>
                <a:highlight>
                  <a:srgbClr val="FFFFFF"/>
                </a:highlight>
              </a:rPr>
              <a:t>**Snowflake Cortex**</a:t>
            </a:r>
            <a:r>
              <a:rPr lang="en" sz="1100">
                <a:solidFill>
                  <a:schemeClr val="dk1"/>
                </a:solidFill>
                <a:highlight>
                  <a:srgbClr val="FFFFFF"/>
                </a:highlight>
              </a:rPr>
              <a:t> with a </a:t>
            </a:r>
            <a:r>
              <a:rPr b="1" lang="en" sz="1100">
                <a:solidFill>
                  <a:srgbClr val="000080"/>
                </a:solidFill>
                <a:highlight>
                  <a:srgbClr val="FFFFFF"/>
                </a:highlight>
              </a:rPr>
              <a:t>**Streamlit**</a:t>
            </a:r>
            <a:r>
              <a:rPr lang="en" sz="1100">
                <a:solidFill>
                  <a:schemeClr val="dk1"/>
                </a:solidFill>
                <a:highlight>
                  <a:srgbClr val="FFFFFF"/>
                </a:highlight>
              </a:rPr>
              <a:t> chat UI. See </a:t>
            </a:r>
            <a:r>
              <a:rPr lang="en" sz="1100" u="sng">
                <a:solidFill>
                  <a:schemeClr val="hlink"/>
                </a:solidFill>
                <a:highlight>
                  <a:srgbClr val="FFFFFF"/>
                </a:highlight>
                <a:hlinkClick r:id="rId3"/>
              </a:rPr>
              <a:t>Cortex Agent docs</a:t>
            </a:r>
            <a:endParaRPr sz="1100">
              <a:solidFill>
                <a:schemeClr val="dk1"/>
              </a:solidFill>
              <a:highlight>
                <a:srgbClr val="FFFFFF"/>
              </a:highlight>
            </a:endParaRPr>
          </a:p>
          <a:p>
            <a:pPr indent="0" lvl="0" marL="0" rtl="0" algn="l">
              <a:lnSpc>
                <a:spcPct val="150000"/>
              </a:lnSpc>
              <a:spcBef>
                <a:spcPts val="0"/>
              </a:spcBef>
              <a:spcAft>
                <a:spcPts val="0"/>
              </a:spcAft>
              <a:buNone/>
            </a:pPr>
            <a:r>
              <a:t/>
            </a:r>
            <a:endParaRPr sz="1100">
              <a:solidFill>
                <a:schemeClr val="dk1"/>
              </a:solidFill>
              <a:highlight>
                <a:srgbClr val="FFFFFF"/>
              </a:highlight>
            </a:endParaRPr>
          </a:p>
          <a:p>
            <a:pPr indent="0" lvl="0" marL="0" rtl="0" algn="l">
              <a:lnSpc>
                <a:spcPct val="150000"/>
              </a:lnSpc>
              <a:spcBef>
                <a:spcPts val="0"/>
              </a:spcBef>
              <a:spcAft>
                <a:spcPts val="0"/>
              </a:spcAft>
              <a:buClr>
                <a:schemeClr val="dk1"/>
              </a:buClr>
              <a:buSzPts val="1100"/>
              <a:buFont typeface="Arial"/>
              <a:buNone/>
            </a:pPr>
            <a:r>
              <a:t/>
            </a:r>
            <a:endParaRPr sz="1100">
              <a:solidFill>
                <a:schemeClr val="dk1"/>
              </a:solidFill>
              <a:highlight>
                <a:srgbClr val="FFFFFF"/>
              </a:highlight>
            </a:endParaRPr>
          </a:p>
          <a:p>
            <a:pPr indent="0" lvl="0" marL="0" rtl="0" algn="l">
              <a:lnSpc>
                <a:spcPct val="115000"/>
              </a:lnSpc>
              <a:spcBef>
                <a:spcPts val="1000"/>
              </a:spcBef>
              <a:spcAft>
                <a:spcPts val="0"/>
              </a:spcAft>
              <a:buNone/>
            </a:pPr>
            <a:r>
              <a:t/>
            </a:r>
            <a:endParaRPr sz="1100">
              <a:solidFill>
                <a:srgbClr val="222222"/>
              </a:solidFill>
              <a:highlight>
                <a:srgbClr val="FFFFFF"/>
              </a:highlight>
            </a:endParaRPr>
          </a:p>
          <a:p>
            <a:pPr indent="0" lvl="0" marL="0" rtl="0" algn="l">
              <a:lnSpc>
                <a:spcPct val="150000"/>
              </a:lnSpc>
              <a:spcBef>
                <a:spcPts val="1000"/>
              </a:spcBef>
              <a:spcAft>
                <a:spcPts val="0"/>
              </a:spcAft>
              <a:buNone/>
            </a:pPr>
            <a:r>
              <a:t/>
            </a:r>
            <a:endParaRPr sz="1000">
              <a:highlight>
                <a:srgbClr val="FFFFFF"/>
              </a:highlight>
            </a:endParaRPr>
          </a:p>
          <a:p>
            <a:pPr indent="0" lvl="0" marL="0" rtl="0" algn="l">
              <a:lnSpc>
                <a:spcPct val="115000"/>
              </a:lnSpc>
              <a:spcBef>
                <a:spcPts val="1000"/>
              </a:spcBef>
              <a:spcAft>
                <a:spcPts val="700"/>
              </a:spcAft>
              <a:buNone/>
            </a:pPr>
            <a:r>
              <a:t/>
            </a:r>
            <a:endParaRPr sz="800">
              <a:solidFill>
                <a:srgbClr val="5B5B5B"/>
              </a:solidFill>
            </a:endParaRPr>
          </a:p>
        </p:txBody>
      </p:sp>
      <p:sp>
        <p:nvSpPr>
          <p:cNvPr id="90" name="Google Shape;90;p18"/>
          <p:cNvSpPr txBox="1"/>
          <p:nvPr/>
        </p:nvSpPr>
        <p:spPr>
          <a:xfrm>
            <a:off x="365750" y="82267"/>
            <a:ext cx="8344800" cy="365700"/>
          </a:xfrm>
          <a:prstGeom prst="rect">
            <a:avLst/>
          </a:prstGeom>
          <a:noFill/>
          <a:ln>
            <a:noFill/>
          </a:ln>
        </p:spPr>
        <p:txBody>
          <a:bodyPr anchorCtr="0" anchor="t" bIns="91425" lIns="91425" spcFirstLastPara="1" rIns="91425" wrap="square" tIns="91425">
            <a:noAutofit/>
          </a:bodyPr>
          <a:lstStyle/>
          <a:p>
            <a:pPr indent="0" lvl="0" marL="0" rtl="0" algn="l">
              <a:lnSpc>
                <a:spcPct val="85000"/>
              </a:lnSpc>
              <a:spcBef>
                <a:spcPts val="0"/>
              </a:spcBef>
              <a:spcAft>
                <a:spcPts val="0"/>
              </a:spcAft>
              <a:buNone/>
            </a:pPr>
            <a:r>
              <a:rPr b="1" lang="en" sz="2600">
                <a:solidFill>
                  <a:srgbClr val="262626"/>
                </a:solidFill>
              </a:rPr>
              <a:t>Customer Support Agent </a:t>
            </a:r>
            <a:r>
              <a:rPr b="1" lang="en" sz="2600">
                <a:solidFill>
                  <a:srgbClr val="262626"/>
                </a:solidFill>
              </a:rPr>
              <a:t>Architecture</a:t>
            </a:r>
            <a:endParaRPr b="1" sz="2600">
              <a:solidFill>
                <a:srgbClr val="262626"/>
              </a:solidFill>
            </a:endParaRPr>
          </a:p>
          <a:p>
            <a:pPr indent="0" lvl="0" marL="0" rtl="0" algn="l">
              <a:lnSpc>
                <a:spcPct val="85000"/>
              </a:lnSpc>
              <a:spcBef>
                <a:spcPts val="1000"/>
              </a:spcBef>
              <a:spcAft>
                <a:spcPts val="1000"/>
              </a:spcAft>
              <a:buNone/>
            </a:pPr>
            <a:r>
              <a:t/>
            </a:r>
            <a:endParaRPr b="1" sz="2600">
              <a:solidFill>
                <a:srgbClr val="262626"/>
              </a:solidFill>
            </a:endParaRPr>
          </a:p>
        </p:txBody>
      </p:sp>
      <p:pic>
        <p:nvPicPr>
          <p:cNvPr id="91" name="Google Shape;91;p18"/>
          <p:cNvPicPr preferRelativeResize="0"/>
          <p:nvPr/>
        </p:nvPicPr>
        <p:blipFill>
          <a:blip r:embed="rId4">
            <a:alphaModFix/>
          </a:blip>
          <a:stretch>
            <a:fillRect/>
          </a:stretch>
        </p:blipFill>
        <p:spPr>
          <a:xfrm>
            <a:off x="2085275" y="1351974"/>
            <a:ext cx="3971750" cy="3605826"/>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p:nvPr/>
        </p:nvSpPr>
        <p:spPr>
          <a:xfrm>
            <a:off x="861744" y="1801181"/>
            <a:ext cx="4301100" cy="810600"/>
          </a:xfrm>
          <a:prstGeom prst="roundRect">
            <a:avLst>
              <a:gd fmla="val 6368" name="adj"/>
            </a:avLst>
          </a:prstGeom>
          <a:solidFill>
            <a:srgbClr val="EFEFEF"/>
          </a:solidFill>
          <a:ln>
            <a:noFill/>
          </a:ln>
        </p:spPr>
        <p:txBody>
          <a:bodyPr anchorCtr="0" anchor="t" bIns="45725" lIns="45725" spcFirstLastPara="1" rIns="45725" wrap="square" tIns="45725">
            <a:noAutofit/>
          </a:bodyPr>
          <a:lstStyle/>
          <a:p>
            <a:pPr indent="0" lvl="0" marL="0" rtl="0" algn="l">
              <a:spcBef>
                <a:spcPts val="0"/>
              </a:spcBef>
              <a:spcAft>
                <a:spcPts val="0"/>
              </a:spcAft>
              <a:buNone/>
            </a:pPr>
            <a:r>
              <a:t/>
            </a:r>
            <a:endParaRPr b="1" sz="1000">
              <a:solidFill>
                <a:srgbClr val="434343"/>
              </a:solidFill>
            </a:endParaRPr>
          </a:p>
        </p:txBody>
      </p:sp>
      <p:sp>
        <p:nvSpPr>
          <p:cNvPr id="97" name="Google Shape;97;p19"/>
          <p:cNvSpPr/>
          <p:nvPr/>
        </p:nvSpPr>
        <p:spPr>
          <a:xfrm>
            <a:off x="802125" y="691829"/>
            <a:ext cx="7046700" cy="3369000"/>
          </a:xfrm>
          <a:prstGeom prst="roundRect">
            <a:avLst>
              <a:gd fmla="val 2090" name="adj"/>
            </a:avLst>
          </a:prstGeom>
          <a:solidFill>
            <a:srgbClr val="FFFFFF"/>
          </a:solidFill>
          <a:ln cap="flat" cmpd="sng" w="25400">
            <a:solidFill>
              <a:srgbClr val="29B5E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FFFFF"/>
              </a:buClr>
              <a:buSzPts val="1800"/>
              <a:buFont typeface="Lato"/>
              <a:buNone/>
            </a:pPr>
            <a:r>
              <a:t/>
            </a:r>
            <a:endParaRPr b="1" sz="1000">
              <a:solidFill>
                <a:srgbClr val="434343"/>
              </a:solidFill>
            </a:endParaRPr>
          </a:p>
        </p:txBody>
      </p:sp>
      <p:sp>
        <p:nvSpPr>
          <p:cNvPr id="98" name="Google Shape;98;p19"/>
          <p:cNvSpPr/>
          <p:nvPr/>
        </p:nvSpPr>
        <p:spPr>
          <a:xfrm>
            <a:off x="7686337" y="3898623"/>
            <a:ext cx="324300" cy="324300"/>
          </a:xfrm>
          <a:prstGeom prst="rect">
            <a:avLst/>
          </a:prstGeom>
          <a:solidFill>
            <a:srgbClr val="FFFFFF"/>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sp>
        <p:nvSpPr>
          <p:cNvPr id="99" name="Google Shape;99;p19"/>
          <p:cNvSpPr/>
          <p:nvPr/>
        </p:nvSpPr>
        <p:spPr>
          <a:xfrm>
            <a:off x="867075" y="3511954"/>
            <a:ext cx="6856500" cy="380700"/>
          </a:xfrm>
          <a:prstGeom prst="roundRect">
            <a:avLst>
              <a:gd fmla="val 14871" name="adj"/>
            </a:avLst>
          </a:prstGeom>
          <a:solidFill>
            <a:srgbClr val="29B5E8"/>
          </a:solidFill>
          <a:ln>
            <a:noFill/>
          </a:ln>
        </p:spPr>
        <p:txBody>
          <a:bodyPr anchorCtr="0" anchor="ctr" bIns="45725" lIns="45725" spcFirstLastPara="1" rIns="45725" wrap="square" tIns="45725">
            <a:noAutofit/>
          </a:bodyPr>
          <a:lstStyle/>
          <a:p>
            <a:pPr indent="0" lvl="0" marL="0" marR="0" rtl="0" algn="ctr">
              <a:lnSpc>
                <a:spcPct val="100000"/>
              </a:lnSpc>
              <a:spcBef>
                <a:spcPts val="0"/>
              </a:spcBef>
              <a:spcAft>
                <a:spcPts val="0"/>
              </a:spcAft>
              <a:buNone/>
            </a:pPr>
            <a:r>
              <a:t/>
            </a:r>
            <a:endParaRPr sz="900">
              <a:solidFill>
                <a:srgbClr val="FFFFFF"/>
              </a:solidFill>
            </a:endParaRPr>
          </a:p>
        </p:txBody>
      </p:sp>
      <p:sp>
        <p:nvSpPr>
          <p:cNvPr id="100" name="Google Shape;100;p19"/>
          <p:cNvSpPr/>
          <p:nvPr/>
        </p:nvSpPr>
        <p:spPr>
          <a:xfrm>
            <a:off x="947429" y="2952429"/>
            <a:ext cx="1297800" cy="380700"/>
          </a:xfrm>
          <a:prstGeom prst="roundRect">
            <a:avLst>
              <a:gd fmla="val 14871" name="adj"/>
            </a:avLst>
          </a:prstGeom>
          <a:solidFill>
            <a:srgbClr val="FFFFFF"/>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lang="en" sz="700">
                <a:solidFill>
                  <a:srgbClr val="434343"/>
                </a:solidFill>
              </a:rPr>
              <a:t>Structured Data Retrieval</a:t>
            </a:r>
            <a:endParaRPr sz="700">
              <a:solidFill>
                <a:srgbClr val="434343"/>
              </a:solidFill>
            </a:endParaRPr>
          </a:p>
          <a:p>
            <a:pPr indent="0" lvl="0" marL="0" rtl="0" algn="ctr">
              <a:spcBef>
                <a:spcPts val="0"/>
              </a:spcBef>
              <a:spcAft>
                <a:spcPts val="0"/>
              </a:spcAft>
              <a:buNone/>
            </a:pPr>
            <a:r>
              <a:rPr b="1" lang="en" sz="800"/>
              <a:t>Cortex Analyst</a:t>
            </a:r>
            <a:endParaRPr b="1" baseline="30000" sz="800">
              <a:solidFill>
                <a:srgbClr val="595959"/>
              </a:solidFill>
            </a:endParaRPr>
          </a:p>
        </p:txBody>
      </p:sp>
      <p:sp>
        <p:nvSpPr>
          <p:cNvPr id="101" name="Google Shape;101;p19"/>
          <p:cNvSpPr/>
          <p:nvPr/>
        </p:nvSpPr>
        <p:spPr>
          <a:xfrm>
            <a:off x="861750" y="2674254"/>
            <a:ext cx="4301100" cy="748200"/>
          </a:xfrm>
          <a:prstGeom prst="roundRect">
            <a:avLst>
              <a:gd fmla="val 6368" name="adj"/>
            </a:avLst>
          </a:prstGeom>
          <a:solidFill>
            <a:srgbClr val="EFEFEF"/>
          </a:solidFill>
          <a:ln>
            <a:noFill/>
          </a:ln>
        </p:spPr>
        <p:txBody>
          <a:bodyPr anchorCtr="0" anchor="t" bIns="45725" lIns="45725" spcFirstLastPara="1" rIns="45725" wrap="square" tIns="45725">
            <a:noAutofit/>
          </a:bodyPr>
          <a:lstStyle/>
          <a:p>
            <a:pPr indent="0" lvl="0" marL="0" rtl="0" algn="l">
              <a:spcBef>
                <a:spcPts val="0"/>
              </a:spcBef>
              <a:spcAft>
                <a:spcPts val="0"/>
              </a:spcAft>
              <a:buNone/>
            </a:pPr>
            <a:r>
              <a:t/>
            </a:r>
            <a:endParaRPr b="1" sz="1000">
              <a:solidFill>
                <a:srgbClr val="434343"/>
              </a:solidFill>
            </a:endParaRPr>
          </a:p>
        </p:txBody>
      </p:sp>
      <p:sp>
        <p:nvSpPr>
          <p:cNvPr id="102" name="Google Shape;102;p19"/>
          <p:cNvSpPr/>
          <p:nvPr/>
        </p:nvSpPr>
        <p:spPr>
          <a:xfrm>
            <a:off x="5259750" y="929654"/>
            <a:ext cx="1186200" cy="2492700"/>
          </a:xfrm>
          <a:prstGeom prst="roundRect">
            <a:avLst>
              <a:gd fmla="val 6368" name="adj"/>
            </a:avLst>
          </a:prstGeom>
          <a:solidFill>
            <a:srgbClr val="EFEFEF"/>
          </a:solidFill>
          <a:ln>
            <a:noFill/>
          </a:ln>
        </p:spPr>
        <p:txBody>
          <a:bodyPr anchorCtr="0" anchor="t" bIns="45725" lIns="45725" spcFirstLastPara="1" rIns="45725" wrap="square" tIns="45725">
            <a:noAutofit/>
          </a:bodyPr>
          <a:lstStyle/>
          <a:p>
            <a:pPr indent="0" lvl="0" marL="0" rtl="0" algn="ctr">
              <a:spcBef>
                <a:spcPts val="0"/>
              </a:spcBef>
              <a:spcAft>
                <a:spcPts val="0"/>
              </a:spcAft>
              <a:buNone/>
            </a:pPr>
            <a:r>
              <a:t/>
            </a:r>
            <a:endParaRPr b="1" sz="1000">
              <a:solidFill>
                <a:srgbClr val="11567F"/>
              </a:solidFill>
            </a:endParaRPr>
          </a:p>
        </p:txBody>
      </p:sp>
      <p:pic>
        <p:nvPicPr>
          <p:cNvPr id="103" name="Google Shape;103;p19"/>
          <p:cNvPicPr preferRelativeResize="0"/>
          <p:nvPr/>
        </p:nvPicPr>
        <p:blipFill>
          <a:blip r:embed="rId3">
            <a:alphaModFix/>
          </a:blip>
          <a:stretch>
            <a:fillRect/>
          </a:stretch>
        </p:blipFill>
        <p:spPr>
          <a:xfrm>
            <a:off x="5559393" y="1925645"/>
            <a:ext cx="562161" cy="158927"/>
          </a:xfrm>
          <a:prstGeom prst="rect">
            <a:avLst/>
          </a:prstGeom>
          <a:noFill/>
          <a:ln>
            <a:noFill/>
          </a:ln>
        </p:spPr>
      </p:pic>
      <p:pic>
        <p:nvPicPr>
          <p:cNvPr id="104" name="Google Shape;104;p19"/>
          <p:cNvPicPr preferRelativeResize="0"/>
          <p:nvPr/>
        </p:nvPicPr>
        <p:blipFill>
          <a:blip r:embed="rId4">
            <a:alphaModFix/>
          </a:blip>
          <a:stretch>
            <a:fillRect/>
          </a:stretch>
        </p:blipFill>
        <p:spPr>
          <a:xfrm>
            <a:off x="5559396" y="2274863"/>
            <a:ext cx="562155" cy="200982"/>
          </a:xfrm>
          <a:prstGeom prst="rect">
            <a:avLst/>
          </a:prstGeom>
          <a:noFill/>
          <a:ln>
            <a:noFill/>
          </a:ln>
        </p:spPr>
      </p:pic>
      <p:pic>
        <p:nvPicPr>
          <p:cNvPr id="105" name="Google Shape;105;p19"/>
          <p:cNvPicPr preferRelativeResize="0"/>
          <p:nvPr/>
        </p:nvPicPr>
        <p:blipFill>
          <a:blip r:embed="rId5">
            <a:alphaModFix/>
          </a:blip>
          <a:stretch>
            <a:fillRect/>
          </a:stretch>
        </p:blipFill>
        <p:spPr>
          <a:xfrm>
            <a:off x="5479811" y="2928118"/>
            <a:ext cx="776637" cy="199737"/>
          </a:xfrm>
          <a:prstGeom prst="rect">
            <a:avLst/>
          </a:prstGeom>
          <a:noFill/>
          <a:ln>
            <a:noFill/>
          </a:ln>
        </p:spPr>
      </p:pic>
      <p:pic>
        <p:nvPicPr>
          <p:cNvPr id="106" name="Google Shape;106;p19"/>
          <p:cNvPicPr preferRelativeResize="0"/>
          <p:nvPr/>
        </p:nvPicPr>
        <p:blipFill>
          <a:blip r:embed="rId6">
            <a:alphaModFix/>
          </a:blip>
          <a:stretch>
            <a:fillRect/>
          </a:stretch>
        </p:blipFill>
        <p:spPr>
          <a:xfrm>
            <a:off x="5497074" y="1651889"/>
            <a:ext cx="686799" cy="83465"/>
          </a:xfrm>
          <a:prstGeom prst="rect">
            <a:avLst/>
          </a:prstGeom>
          <a:noFill/>
          <a:ln>
            <a:noFill/>
          </a:ln>
        </p:spPr>
      </p:pic>
      <p:pic>
        <p:nvPicPr>
          <p:cNvPr id="107" name="Google Shape;107;p19"/>
          <p:cNvPicPr preferRelativeResize="0"/>
          <p:nvPr/>
        </p:nvPicPr>
        <p:blipFill>
          <a:blip r:embed="rId7">
            <a:alphaModFix/>
          </a:blip>
          <a:stretch>
            <a:fillRect/>
          </a:stretch>
        </p:blipFill>
        <p:spPr>
          <a:xfrm>
            <a:off x="5497067" y="2666135"/>
            <a:ext cx="686813" cy="158933"/>
          </a:xfrm>
          <a:prstGeom prst="rect">
            <a:avLst/>
          </a:prstGeom>
          <a:noFill/>
          <a:ln>
            <a:noFill/>
          </a:ln>
        </p:spPr>
      </p:pic>
      <p:sp>
        <p:nvSpPr>
          <p:cNvPr id="108" name="Google Shape;108;p19"/>
          <p:cNvSpPr/>
          <p:nvPr/>
        </p:nvSpPr>
        <p:spPr>
          <a:xfrm>
            <a:off x="1233519" y="2716704"/>
            <a:ext cx="3834000" cy="160500"/>
          </a:xfrm>
          <a:prstGeom prst="roundRect">
            <a:avLst>
              <a:gd fmla="val 16667" name="adj"/>
            </a:avLst>
          </a:prstGeom>
          <a:noFill/>
          <a:ln>
            <a:noFill/>
          </a:ln>
        </p:spPr>
        <p:txBody>
          <a:bodyPr anchorCtr="0" anchor="ctr" bIns="45725" lIns="36575" spcFirstLastPara="1" rIns="36575" wrap="square" tIns="45700">
            <a:noAutofit/>
          </a:bodyPr>
          <a:lstStyle/>
          <a:p>
            <a:pPr indent="0" lvl="0" marL="0" marR="0" rtl="0" algn="ctr">
              <a:lnSpc>
                <a:spcPct val="100000"/>
              </a:lnSpc>
              <a:spcBef>
                <a:spcPts val="0"/>
              </a:spcBef>
              <a:spcAft>
                <a:spcPts val="0"/>
              </a:spcAft>
              <a:buNone/>
            </a:pPr>
            <a:r>
              <a:rPr b="1" lang="en" sz="900">
                <a:solidFill>
                  <a:srgbClr val="11567F"/>
                </a:solidFill>
              </a:rPr>
              <a:t>SCALABLE AI PROCESSING</a:t>
            </a:r>
            <a:endParaRPr b="1" sz="900">
              <a:solidFill>
                <a:srgbClr val="11567F"/>
              </a:solidFill>
            </a:endParaRPr>
          </a:p>
        </p:txBody>
      </p:sp>
      <p:sp>
        <p:nvSpPr>
          <p:cNvPr id="109" name="Google Shape;109;p19"/>
          <p:cNvSpPr/>
          <p:nvPr/>
        </p:nvSpPr>
        <p:spPr>
          <a:xfrm>
            <a:off x="1869819" y="1843756"/>
            <a:ext cx="2561400" cy="160500"/>
          </a:xfrm>
          <a:prstGeom prst="roundRect">
            <a:avLst>
              <a:gd fmla="val 16667" name="adj"/>
            </a:avLst>
          </a:prstGeom>
          <a:noFill/>
          <a:ln>
            <a:noFill/>
          </a:ln>
        </p:spPr>
        <p:txBody>
          <a:bodyPr anchorCtr="0" anchor="ctr" bIns="45725" lIns="36575" spcFirstLastPara="1" rIns="36575" wrap="square" tIns="45700">
            <a:noAutofit/>
          </a:bodyPr>
          <a:lstStyle/>
          <a:p>
            <a:pPr indent="0" lvl="0" marL="0" marR="0" rtl="0" algn="ctr">
              <a:lnSpc>
                <a:spcPct val="100000"/>
              </a:lnSpc>
              <a:spcBef>
                <a:spcPts val="0"/>
              </a:spcBef>
              <a:spcAft>
                <a:spcPts val="0"/>
              </a:spcAft>
              <a:buNone/>
            </a:pPr>
            <a:r>
              <a:rPr b="1" lang="en" sz="900">
                <a:solidFill>
                  <a:srgbClr val="11567F"/>
                </a:solidFill>
              </a:rPr>
              <a:t>STATE OF THE ART RETRIEVAL</a:t>
            </a:r>
            <a:endParaRPr b="1" sz="900">
              <a:solidFill>
                <a:srgbClr val="11567F"/>
              </a:solidFill>
            </a:endParaRPr>
          </a:p>
        </p:txBody>
      </p:sp>
      <p:sp>
        <p:nvSpPr>
          <p:cNvPr id="110" name="Google Shape;110;p19"/>
          <p:cNvSpPr/>
          <p:nvPr/>
        </p:nvSpPr>
        <p:spPr>
          <a:xfrm>
            <a:off x="5426706" y="1002044"/>
            <a:ext cx="852300" cy="160500"/>
          </a:xfrm>
          <a:prstGeom prst="roundRect">
            <a:avLst>
              <a:gd fmla="val 16667" name="adj"/>
            </a:avLst>
          </a:prstGeom>
          <a:noFill/>
          <a:ln>
            <a:noFill/>
          </a:ln>
        </p:spPr>
        <p:txBody>
          <a:bodyPr anchorCtr="0" anchor="ctr" bIns="45725" lIns="36575" spcFirstLastPara="1" rIns="36575" wrap="square" tIns="45700">
            <a:noAutofit/>
          </a:bodyPr>
          <a:lstStyle/>
          <a:p>
            <a:pPr indent="0" lvl="0" marL="0" marR="0" rtl="0" algn="ctr">
              <a:lnSpc>
                <a:spcPct val="100000"/>
              </a:lnSpc>
              <a:spcBef>
                <a:spcPts val="0"/>
              </a:spcBef>
              <a:spcAft>
                <a:spcPts val="0"/>
              </a:spcAft>
              <a:buNone/>
            </a:pPr>
            <a:r>
              <a:rPr b="1" lang="en" sz="900">
                <a:solidFill>
                  <a:srgbClr val="11567F"/>
                </a:solidFill>
              </a:rPr>
              <a:t>MODELS</a:t>
            </a:r>
            <a:endParaRPr b="1" sz="900">
              <a:solidFill>
                <a:srgbClr val="434343"/>
              </a:solidFill>
            </a:endParaRPr>
          </a:p>
        </p:txBody>
      </p:sp>
      <p:sp>
        <p:nvSpPr>
          <p:cNvPr id="111" name="Google Shape;111;p19"/>
          <p:cNvSpPr/>
          <p:nvPr/>
        </p:nvSpPr>
        <p:spPr>
          <a:xfrm>
            <a:off x="3199439" y="2954104"/>
            <a:ext cx="1763400" cy="380700"/>
          </a:xfrm>
          <a:prstGeom prst="roundRect">
            <a:avLst>
              <a:gd fmla="val 14871" name="adj"/>
            </a:avLst>
          </a:prstGeom>
          <a:solidFill>
            <a:srgbClr val="11567F"/>
          </a:solidFill>
          <a:ln>
            <a:noFill/>
          </a:ln>
        </p:spPr>
        <p:txBody>
          <a:bodyPr anchorCtr="0" anchor="ctr" bIns="45725" lIns="45725" spcFirstLastPara="1" rIns="45725" wrap="square" tIns="45725">
            <a:noAutofit/>
          </a:bodyPr>
          <a:lstStyle/>
          <a:p>
            <a:pPr indent="0" lvl="0" marL="0" rtl="0" algn="ctr">
              <a:lnSpc>
                <a:spcPct val="115000"/>
              </a:lnSpc>
              <a:spcBef>
                <a:spcPts val="0"/>
              </a:spcBef>
              <a:spcAft>
                <a:spcPts val="0"/>
              </a:spcAft>
              <a:buNone/>
            </a:pPr>
            <a:r>
              <a:rPr lang="en" sz="800">
                <a:solidFill>
                  <a:srgbClr val="FFFFFF"/>
                </a:solidFill>
              </a:rPr>
              <a:t>Document Processing </a:t>
            </a:r>
            <a:endParaRPr sz="800">
              <a:solidFill>
                <a:srgbClr val="FFFFFF"/>
              </a:solidFill>
            </a:endParaRPr>
          </a:p>
          <a:p>
            <a:pPr indent="0" lvl="0" marL="0" rtl="0" algn="ctr">
              <a:spcBef>
                <a:spcPts val="0"/>
              </a:spcBef>
              <a:spcAft>
                <a:spcPts val="0"/>
              </a:spcAft>
              <a:buNone/>
            </a:pPr>
            <a:r>
              <a:rPr b="1" lang="en" sz="900">
                <a:solidFill>
                  <a:srgbClr val="FFFFFF"/>
                </a:solidFill>
              </a:rPr>
              <a:t>Document AI, Parse, Embed</a:t>
            </a:r>
            <a:endParaRPr b="1" baseline="30000" sz="900">
              <a:solidFill>
                <a:srgbClr val="FFFFFF"/>
              </a:solidFill>
            </a:endParaRPr>
          </a:p>
        </p:txBody>
      </p:sp>
      <p:pic>
        <p:nvPicPr>
          <p:cNvPr descr="File:OpenAI Logo.svg" id="112" name="Google Shape;112;p19"/>
          <p:cNvPicPr preferRelativeResize="0"/>
          <p:nvPr/>
        </p:nvPicPr>
        <p:blipFill>
          <a:blip r:embed="rId8">
            <a:alphaModFix/>
          </a:blip>
          <a:stretch>
            <a:fillRect/>
          </a:stretch>
        </p:blipFill>
        <p:spPr>
          <a:xfrm>
            <a:off x="5508120" y="1300374"/>
            <a:ext cx="664708" cy="175239"/>
          </a:xfrm>
          <a:prstGeom prst="rect">
            <a:avLst/>
          </a:prstGeom>
          <a:noFill/>
          <a:ln>
            <a:noFill/>
          </a:ln>
        </p:spPr>
      </p:pic>
      <p:sp>
        <p:nvSpPr>
          <p:cNvPr id="113" name="Google Shape;113;p19"/>
          <p:cNvSpPr/>
          <p:nvPr/>
        </p:nvSpPr>
        <p:spPr>
          <a:xfrm>
            <a:off x="1715971" y="1359541"/>
            <a:ext cx="2991600" cy="363300"/>
          </a:xfrm>
          <a:prstGeom prst="rect">
            <a:avLst/>
          </a:prstGeom>
          <a:solidFill>
            <a:srgbClr val="FFFFFF"/>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sp>
        <p:nvSpPr>
          <p:cNvPr id="114" name="Google Shape;114;p19"/>
          <p:cNvSpPr/>
          <p:nvPr/>
        </p:nvSpPr>
        <p:spPr>
          <a:xfrm>
            <a:off x="867065" y="936254"/>
            <a:ext cx="4301100" cy="810600"/>
          </a:xfrm>
          <a:prstGeom prst="roundRect">
            <a:avLst>
              <a:gd fmla="val 6368" name="adj"/>
            </a:avLst>
          </a:prstGeom>
          <a:solidFill>
            <a:srgbClr val="EFEFEF"/>
          </a:solidFill>
          <a:ln>
            <a:noFill/>
          </a:ln>
        </p:spPr>
        <p:txBody>
          <a:bodyPr anchorCtr="0" anchor="t" bIns="45725" lIns="45725" spcFirstLastPara="1" rIns="45725" wrap="square" tIns="45725">
            <a:noAutofit/>
          </a:bodyPr>
          <a:lstStyle/>
          <a:p>
            <a:pPr indent="0" lvl="0" marL="0" rtl="0" algn="l">
              <a:spcBef>
                <a:spcPts val="0"/>
              </a:spcBef>
              <a:spcAft>
                <a:spcPts val="0"/>
              </a:spcAft>
              <a:buNone/>
            </a:pPr>
            <a:r>
              <a:t/>
            </a:r>
            <a:endParaRPr b="1" sz="1000">
              <a:solidFill>
                <a:srgbClr val="434343"/>
              </a:solidFill>
            </a:endParaRPr>
          </a:p>
        </p:txBody>
      </p:sp>
      <p:sp>
        <p:nvSpPr>
          <p:cNvPr id="115" name="Google Shape;115;p19"/>
          <p:cNvSpPr/>
          <p:nvPr/>
        </p:nvSpPr>
        <p:spPr>
          <a:xfrm>
            <a:off x="1876499" y="978837"/>
            <a:ext cx="2561400" cy="160500"/>
          </a:xfrm>
          <a:prstGeom prst="roundRect">
            <a:avLst>
              <a:gd fmla="val 16667" name="adj"/>
            </a:avLst>
          </a:prstGeom>
          <a:noFill/>
          <a:ln>
            <a:noFill/>
          </a:ln>
        </p:spPr>
        <p:txBody>
          <a:bodyPr anchorCtr="0" anchor="ctr" bIns="45725" lIns="36575" spcFirstLastPara="1" rIns="36575" wrap="square" tIns="45700">
            <a:noAutofit/>
          </a:bodyPr>
          <a:lstStyle/>
          <a:p>
            <a:pPr indent="0" lvl="0" marL="0" marR="0" rtl="0" algn="ctr">
              <a:lnSpc>
                <a:spcPct val="100000"/>
              </a:lnSpc>
              <a:spcBef>
                <a:spcPts val="0"/>
              </a:spcBef>
              <a:spcAft>
                <a:spcPts val="0"/>
              </a:spcAft>
              <a:buNone/>
            </a:pPr>
            <a:r>
              <a:rPr b="1" lang="en" sz="900">
                <a:solidFill>
                  <a:srgbClr val="11567F"/>
                </a:solidFill>
              </a:rPr>
              <a:t>AGENTIC BUSINESS INSIGHT</a:t>
            </a:r>
            <a:endParaRPr b="1" sz="900">
              <a:solidFill>
                <a:srgbClr val="11567F"/>
              </a:solidFill>
            </a:endParaRPr>
          </a:p>
        </p:txBody>
      </p:sp>
      <p:sp>
        <p:nvSpPr>
          <p:cNvPr id="116" name="Google Shape;116;p19"/>
          <p:cNvSpPr/>
          <p:nvPr/>
        </p:nvSpPr>
        <p:spPr>
          <a:xfrm>
            <a:off x="3167887" y="1216254"/>
            <a:ext cx="1763400" cy="379500"/>
          </a:xfrm>
          <a:prstGeom prst="roundRect">
            <a:avLst>
              <a:gd fmla="val 16667" name="adj"/>
            </a:avLst>
          </a:prstGeom>
          <a:solidFill>
            <a:srgbClr val="11567F"/>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lang="en" sz="800">
                <a:solidFill>
                  <a:srgbClr val="FFFFFF"/>
                </a:solidFill>
              </a:rPr>
              <a:t>Agent APIs</a:t>
            </a:r>
            <a:br>
              <a:rPr b="1" lang="en" sz="800">
                <a:solidFill>
                  <a:srgbClr val="FFFFFF"/>
                </a:solidFill>
              </a:rPr>
            </a:br>
            <a:r>
              <a:rPr b="1" lang="en" sz="900">
                <a:solidFill>
                  <a:srgbClr val="FFFFFF"/>
                </a:solidFill>
              </a:rPr>
              <a:t>Cortex Agents </a:t>
            </a:r>
            <a:endParaRPr b="1" baseline="30000" sz="900">
              <a:solidFill>
                <a:srgbClr val="FFFFFF"/>
              </a:solidFill>
            </a:endParaRPr>
          </a:p>
        </p:txBody>
      </p:sp>
      <p:sp>
        <p:nvSpPr>
          <p:cNvPr id="117" name="Google Shape;117;p19"/>
          <p:cNvSpPr/>
          <p:nvPr/>
        </p:nvSpPr>
        <p:spPr>
          <a:xfrm>
            <a:off x="1171954" y="2954104"/>
            <a:ext cx="1763400" cy="380700"/>
          </a:xfrm>
          <a:prstGeom prst="roundRect">
            <a:avLst>
              <a:gd fmla="val 14871" name="adj"/>
            </a:avLst>
          </a:prstGeom>
          <a:solidFill>
            <a:srgbClr val="11567F"/>
          </a:solidFill>
          <a:ln>
            <a:noFill/>
          </a:ln>
        </p:spPr>
        <p:txBody>
          <a:bodyPr anchorCtr="0" anchor="ctr" bIns="45725" lIns="45725" spcFirstLastPara="1" rIns="45725" wrap="square" tIns="45725">
            <a:noAutofit/>
          </a:bodyPr>
          <a:lstStyle/>
          <a:p>
            <a:pPr indent="0" lvl="0" marL="0" rtl="0" algn="ctr">
              <a:lnSpc>
                <a:spcPct val="100000"/>
              </a:lnSpc>
              <a:spcBef>
                <a:spcPts val="0"/>
              </a:spcBef>
              <a:spcAft>
                <a:spcPts val="0"/>
              </a:spcAft>
              <a:buNone/>
            </a:pPr>
            <a:r>
              <a:rPr lang="en" sz="800">
                <a:solidFill>
                  <a:srgbClr val="FFFFFF"/>
                </a:solidFill>
              </a:rPr>
              <a:t>Multimodal AI-powered SQL</a:t>
            </a:r>
            <a:endParaRPr sz="800">
              <a:solidFill>
                <a:srgbClr val="FFFFFF"/>
              </a:solidFill>
            </a:endParaRPr>
          </a:p>
          <a:p>
            <a:pPr indent="0" lvl="0" marL="0" rtl="0" algn="ctr">
              <a:lnSpc>
                <a:spcPct val="100000"/>
              </a:lnSpc>
              <a:spcBef>
                <a:spcPts val="0"/>
              </a:spcBef>
              <a:spcAft>
                <a:spcPts val="0"/>
              </a:spcAft>
              <a:buNone/>
            </a:pPr>
            <a:r>
              <a:rPr b="1" lang="en" sz="900">
                <a:solidFill>
                  <a:srgbClr val="FFFFFF"/>
                </a:solidFill>
              </a:rPr>
              <a:t>Cortex AISQL </a:t>
            </a:r>
            <a:endParaRPr b="1" baseline="30000" sz="900">
              <a:solidFill>
                <a:srgbClr val="FFFFFF"/>
              </a:solidFill>
            </a:endParaRPr>
          </a:p>
        </p:txBody>
      </p:sp>
      <p:sp>
        <p:nvSpPr>
          <p:cNvPr id="118" name="Google Shape;118;p19"/>
          <p:cNvSpPr/>
          <p:nvPr/>
        </p:nvSpPr>
        <p:spPr>
          <a:xfrm>
            <a:off x="1172071" y="1216877"/>
            <a:ext cx="1763400" cy="379500"/>
          </a:xfrm>
          <a:prstGeom prst="roundRect">
            <a:avLst>
              <a:gd fmla="val 16667" name="adj"/>
            </a:avLst>
          </a:prstGeom>
          <a:solidFill>
            <a:srgbClr val="11567F"/>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lang="en" sz="800">
                <a:solidFill>
                  <a:srgbClr val="FFFFFF"/>
                </a:solidFill>
              </a:rPr>
              <a:t>Agent Apps</a:t>
            </a:r>
            <a:br>
              <a:rPr b="1" lang="en" sz="800">
                <a:solidFill>
                  <a:srgbClr val="FFFFFF"/>
                </a:solidFill>
              </a:rPr>
            </a:br>
            <a:r>
              <a:rPr b="1" lang="en" sz="900">
                <a:solidFill>
                  <a:srgbClr val="FFFFFF"/>
                </a:solidFill>
              </a:rPr>
              <a:t>Snowflake Intelligence </a:t>
            </a:r>
            <a:endParaRPr b="1" baseline="30000" sz="900">
              <a:solidFill>
                <a:srgbClr val="FFFFFF"/>
              </a:solidFill>
            </a:endParaRPr>
          </a:p>
        </p:txBody>
      </p:sp>
      <p:sp>
        <p:nvSpPr>
          <p:cNvPr id="119" name="Google Shape;119;p19"/>
          <p:cNvSpPr/>
          <p:nvPr/>
        </p:nvSpPr>
        <p:spPr>
          <a:xfrm>
            <a:off x="1166763" y="2111753"/>
            <a:ext cx="1763400" cy="380700"/>
          </a:xfrm>
          <a:prstGeom prst="roundRect">
            <a:avLst>
              <a:gd fmla="val 15287" name="adj"/>
            </a:avLst>
          </a:prstGeom>
          <a:solidFill>
            <a:srgbClr val="11567F"/>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lang="en" sz="800">
                <a:solidFill>
                  <a:srgbClr val="FFFFFF"/>
                </a:solidFill>
              </a:rPr>
              <a:t>Unstructured Data Retrieval</a:t>
            </a:r>
            <a:endParaRPr sz="800">
              <a:solidFill>
                <a:srgbClr val="FFFFFF"/>
              </a:solidFill>
            </a:endParaRPr>
          </a:p>
          <a:p>
            <a:pPr indent="0" lvl="0" marL="0" rtl="0" algn="ctr">
              <a:spcBef>
                <a:spcPts val="0"/>
              </a:spcBef>
              <a:spcAft>
                <a:spcPts val="0"/>
              </a:spcAft>
              <a:buNone/>
            </a:pPr>
            <a:r>
              <a:rPr b="1" lang="en" sz="900">
                <a:solidFill>
                  <a:srgbClr val="FFFFFF"/>
                </a:solidFill>
              </a:rPr>
              <a:t>Cortex </a:t>
            </a:r>
            <a:r>
              <a:rPr b="1" lang="en" sz="900">
                <a:solidFill>
                  <a:srgbClr val="FFFFFF"/>
                </a:solidFill>
              </a:rPr>
              <a:t>Search</a:t>
            </a:r>
            <a:endParaRPr b="1" baseline="30000" sz="900">
              <a:solidFill>
                <a:srgbClr val="FFFFFF"/>
              </a:solidFill>
            </a:endParaRPr>
          </a:p>
        </p:txBody>
      </p:sp>
      <p:sp>
        <p:nvSpPr>
          <p:cNvPr id="120" name="Google Shape;120;p19"/>
          <p:cNvSpPr/>
          <p:nvPr/>
        </p:nvSpPr>
        <p:spPr>
          <a:xfrm>
            <a:off x="3160094" y="2111753"/>
            <a:ext cx="1803000" cy="380700"/>
          </a:xfrm>
          <a:prstGeom prst="roundRect">
            <a:avLst>
              <a:gd fmla="val 14871" name="adj"/>
            </a:avLst>
          </a:prstGeom>
          <a:solidFill>
            <a:srgbClr val="11567F"/>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lang="en" sz="800">
                <a:solidFill>
                  <a:srgbClr val="FFFFFF"/>
                </a:solidFill>
              </a:rPr>
              <a:t>Structured Data Retrieval</a:t>
            </a:r>
            <a:endParaRPr sz="800">
              <a:solidFill>
                <a:srgbClr val="FFFFFF"/>
              </a:solidFill>
            </a:endParaRPr>
          </a:p>
          <a:p>
            <a:pPr indent="0" lvl="0" marL="0" rtl="0" algn="ctr">
              <a:spcBef>
                <a:spcPts val="0"/>
              </a:spcBef>
              <a:spcAft>
                <a:spcPts val="0"/>
              </a:spcAft>
              <a:buNone/>
            </a:pPr>
            <a:r>
              <a:rPr b="1" lang="en" sz="900">
                <a:solidFill>
                  <a:srgbClr val="FFFFFF"/>
                </a:solidFill>
              </a:rPr>
              <a:t>Cortex Analyst</a:t>
            </a:r>
            <a:endParaRPr b="1" baseline="30000" sz="900">
              <a:solidFill>
                <a:srgbClr val="FFFFFF"/>
              </a:solidFill>
            </a:endParaRPr>
          </a:p>
        </p:txBody>
      </p:sp>
      <p:sp>
        <p:nvSpPr>
          <p:cNvPr id="121" name="Google Shape;121;p19"/>
          <p:cNvSpPr/>
          <p:nvPr/>
        </p:nvSpPr>
        <p:spPr>
          <a:xfrm>
            <a:off x="538900" y="4069814"/>
            <a:ext cx="7919567" cy="1307300"/>
          </a:xfrm>
          <a:custGeom>
            <a:rect b="b" l="l" r="r" t="t"/>
            <a:pathLst>
              <a:path extrusionOk="0" h="52292" w="260405">
                <a:moveTo>
                  <a:pt x="564" y="48229"/>
                </a:moveTo>
                <a:lnTo>
                  <a:pt x="35060" y="174"/>
                </a:lnTo>
                <a:lnTo>
                  <a:pt x="216313" y="0"/>
                </a:lnTo>
                <a:lnTo>
                  <a:pt x="250603" y="41493"/>
                </a:lnTo>
                <a:lnTo>
                  <a:pt x="260405" y="52292"/>
                </a:lnTo>
                <a:lnTo>
                  <a:pt x="183782" y="52292"/>
                </a:lnTo>
                <a:lnTo>
                  <a:pt x="0" y="52292"/>
                </a:lnTo>
                <a:close/>
              </a:path>
            </a:pathLst>
          </a:custGeom>
          <a:gradFill>
            <a:gsLst>
              <a:gs pos="0">
                <a:srgbClr val="29B5E8">
                  <a:alpha val="19215"/>
                </a:srgbClr>
              </a:gs>
              <a:gs pos="22000">
                <a:srgbClr val="29B5E8">
                  <a:alpha val="9019"/>
                </a:srgbClr>
              </a:gs>
              <a:gs pos="58000">
                <a:srgbClr val="FFFFFF"/>
              </a:gs>
              <a:gs pos="100000">
                <a:srgbClr val="FFFFFF"/>
              </a:gs>
            </a:gsLst>
            <a:lin ang="5400012" scaled="0"/>
          </a:gradFill>
          <a:ln>
            <a:noFill/>
          </a:ln>
        </p:spPr>
      </p:sp>
      <p:grpSp>
        <p:nvGrpSpPr>
          <p:cNvPr id="122" name="Google Shape;122;p19"/>
          <p:cNvGrpSpPr/>
          <p:nvPr/>
        </p:nvGrpSpPr>
        <p:grpSpPr>
          <a:xfrm rot="-5400000">
            <a:off x="3660056" y="1709610"/>
            <a:ext cx="855985" cy="5680867"/>
            <a:chOff x="652959" y="-644486"/>
            <a:chExt cx="855985" cy="5680867"/>
          </a:xfrm>
        </p:grpSpPr>
        <p:pic>
          <p:nvPicPr>
            <p:cNvPr id="123" name="Google Shape;123;p19"/>
            <p:cNvPicPr preferRelativeResize="0"/>
            <p:nvPr/>
          </p:nvPicPr>
          <p:blipFill>
            <a:blip r:embed="rId9">
              <a:alphaModFix amt="75000"/>
            </a:blip>
            <a:stretch>
              <a:fillRect/>
            </a:stretch>
          </p:blipFill>
          <p:spPr>
            <a:xfrm rot="5400000">
              <a:off x="1236404" y="271954"/>
              <a:ext cx="359400" cy="185678"/>
            </a:xfrm>
            <a:prstGeom prst="rect">
              <a:avLst/>
            </a:prstGeom>
            <a:noFill/>
            <a:ln>
              <a:noFill/>
            </a:ln>
          </p:spPr>
        </p:pic>
        <p:pic>
          <p:nvPicPr>
            <p:cNvPr id="124" name="Google Shape;124;p19"/>
            <p:cNvPicPr preferRelativeResize="0"/>
            <p:nvPr/>
          </p:nvPicPr>
          <p:blipFill rotWithShape="1">
            <a:blip r:embed="rId10">
              <a:alphaModFix amt="75000"/>
            </a:blip>
            <a:srcRect b="34886" l="0" r="79215" t="31944"/>
            <a:stretch/>
          </p:blipFill>
          <p:spPr>
            <a:xfrm rot="5400000">
              <a:off x="1262156" y="747143"/>
              <a:ext cx="208026" cy="181350"/>
            </a:xfrm>
            <a:prstGeom prst="rect">
              <a:avLst/>
            </a:prstGeom>
            <a:noFill/>
            <a:ln>
              <a:noFill/>
            </a:ln>
          </p:spPr>
        </p:pic>
        <p:pic>
          <p:nvPicPr>
            <p:cNvPr id="125" name="Google Shape;125;p19"/>
            <p:cNvPicPr preferRelativeResize="0"/>
            <p:nvPr/>
          </p:nvPicPr>
          <p:blipFill>
            <a:blip r:embed="rId11">
              <a:alphaModFix amt="75000"/>
            </a:blip>
            <a:stretch>
              <a:fillRect/>
            </a:stretch>
          </p:blipFill>
          <p:spPr>
            <a:xfrm rot="5400000">
              <a:off x="893360" y="1166065"/>
              <a:ext cx="542199" cy="149457"/>
            </a:xfrm>
            <a:prstGeom prst="rect">
              <a:avLst/>
            </a:prstGeom>
            <a:noFill/>
            <a:ln>
              <a:noFill/>
            </a:ln>
          </p:spPr>
        </p:pic>
        <p:pic>
          <p:nvPicPr>
            <p:cNvPr id="126" name="Google Shape;126;p19"/>
            <p:cNvPicPr preferRelativeResize="0"/>
            <p:nvPr/>
          </p:nvPicPr>
          <p:blipFill rotWithShape="1">
            <a:blip r:embed="rId12">
              <a:alphaModFix amt="75000"/>
            </a:blip>
            <a:srcRect b="15725" l="0" r="0" t="0"/>
            <a:stretch/>
          </p:blipFill>
          <p:spPr>
            <a:xfrm rot="5400000">
              <a:off x="961074" y="657009"/>
              <a:ext cx="161499" cy="169691"/>
            </a:xfrm>
            <a:prstGeom prst="rect">
              <a:avLst/>
            </a:prstGeom>
            <a:noFill/>
            <a:ln>
              <a:noFill/>
            </a:ln>
          </p:spPr>
        </p:pic>
        <p:pic>
          <p:nvPicPr>
            <p:cNvPr id="127" name="Google Shape;127;p19"/>
            <p:cNvPicPr preferRelativeResize="0"/>
            <p:nvPr/>
          </p:nvPicPr>
          <p:blipFill rotWithShape="1">
            <a:blip r:embed="rId13">
              <a:alphaModFix amt="75000"/>
            </a:blip>
            <a:srcRect b="40761" l="16149" r="16866" t="12354"/>
            <a:stretch/>
          </p:blipFill>
          <p:spPr>
            <a:xfrm rot="5400000">
              <a:off x="747070" y="1028906"/>
              <a:ext cx="312300" cy="218598"/>
            </a:xfrm>
            <a:prstGeom prst="rect">
              <a:avLst/>
            </a:prstGeom>
            <a:noFill/>
            <a:ln>
              <a:noFill/>
            </a:ln>
          </p:spPr>
        </p:pic>
        <p:pic>
          <p:nvPicPr>
            <p:cNvPr id="128" name="Google Shape;128;p19"/>
            <p:cNvPicPr preferRelativeResize="0"/>
            <p:nvPr/>
          </p:nvPicPr>
          <p:blipFill>
            <a:blip r:embed="rId14">
              <a:alphaModFix amt="75000"/>
            </a:blip>
            <a:stretch>
              <a:fillRect/>
            </a:stretch>
          </p:blipFill>
          <p:spPr>
            <a:xfrm rot="5400000">
              <a:off x="765152" y="-96805"/>
              <a:ext cx="395868" cy="153666"/>
            </a:xfrm>
            <a:prstGeom prst="rect">
              <a:avLst/>
            </a:prstGeom>
            <a:noFill/>
            <a:ln>
              <a:noFill/>
            </a:ln>
          </p:spPr>
        </p:pic>
        <p:pic>
          <p:nvPicPr>
            <p:cNvPr id="129" name="Google Shape;129;p19"/>
            <p:cNvPicPr preferRelativeResize="0"/>
            <p:nvPr/>
          </p:nvPicPr>
          <p:blipFill rotWithShape="1">
            <a:blip r:embed="rId15">
              <a:alphaModFix amt="75000"/>
            </a:blip>
            <a:srcRect b="26086" l="0" r="0" t="-7"/>
            <a:stretch/>
          </p:blipFill>
          <p:spPr>
            <a:xfrm rot="5400000">
              <a:off x="980965" y="295681"/>
              <a:ext cx="283926" cy="152725"/>
            </a:xfrm>
            <a:prstGeom prst="rect">
              <a:avLst/>
            </a:prstGeom>
            <a:noFill/>
            <a:ln>
              <a:noFill/>
            </a:ln>
          </p:spPr>
        </p:pic>
        <p:pic>
          <p:nvPicPr>
            <p:cNvPr id="130" name="Google Shape;130;p19"/>
            <p:cNvPicPr preferRelativeResize="0"/>
            <p:nvPr/>
          </p:nvPicPr>
          <p:blipFill>
            <a:blip r:embed="rId16">
              <a:alphaModFix amt="75000"/>
            </a:blip>
            <a:stretch>
              <a:fillRect/>
            </a:stretch>
          </p:blipFill>
          <p:spPr>
            <a:xfrm rot="5400000">
              <a:off x="747058" y="-597638"/>
              <a:ext cx="312310" cy="218614"/>
            </a:xfrm>
            <a:prstGeom prst="rect">
              <a:avLst/>
            </a:prstGeom>
            <a:noFill/>
            <a:ln>
              <a:noFill/>
            </a:ln>
          </p:spPr>
        </p:pic>
        <p:pic>
          <p:nvPicPr>
            <p:cNvPr id="131" name="Google Shape;131;p19"/>
            <p:cNvPicPr preferRelativeResize="0"/>
            <p:nvPr/>
          </p:nvPicPr>
          <p:blipFill>
            <a:blip r:embed="rId17">
              <a:alphaModFix amt="75000"/>
            </a:blip>
            <a:stretch>
              <a:fillRect/>
            </a:stretch>
          </p:blipFill>
          <p:spPr>
            <a:xfrm rot="5400000">
              <a:off x="1096303" y="-203214"/>
              <a:ext cx="312290" cy="152736"/>
            </a:xfrm>
            <a:prstGeom prst="rect">
              <a:avLst/>
            </a:prstGeom>
            <a:noFill/>
            <a:ln>
              <a:noFill/>
            </a:ln>
          </p:spPr>
        </p:pic>
        <p:pic>
          <p:nvPicPr>
            <p:cNvPr id="132" name="Google Shape;132;p19"/>
            <p:cNvPicPr preferRelativeResize="0"/>
            <p:nvPr/>
          </p:nvPicPr>
          <p:blipFill rotWithShape="1">
            <a:blip r:embed="rId18">
              <a:alphaModFix amt="75000"/>
            </a:blip>
            <a:srcRect b="0" l="0" r="68108" t="0"/>
            <a:stretch/>
          </p:blipFill>
          <p:spPr>
            <a:xfrm rot="5400000">
              <a:off x="886406" y="4013719"/>
              <a:ext cx="128026" cy="193550"/>
            </a:xfrm>
            <a:prstGeom prst="rect">
              <a:avLst/>
            </a:prstGeom>
            <a:noFill/>
            <a:ln>
              <a:noFill/>
            </a:ln>
          </p:spPr>
        </p:pic>
        <p:pic>
          <p:nvPicPr>
            <p:cNvPr id="133" name="Google Shape;133;p19"/>
            <p:cNvPicPr preferRelativeResize="0"/>
            <p:nvPr/>
          </p:nvPicPr>
          <p:blipFill>
            <a:blip r:embed="rId19">
              <a:alphaModFix amt="75000"/>
            </a:blip>
            <a:stretch>
              <a:fillRect/>
            </a:stretch>
          </p:blipFill>
          <p:spPr>
            <a:xfrm rot="5400000">
              <a:off x="652956" y="3291909"/>
              <a:ext cx="257675" cy="257669"/>
            </a:xfrm>
            <a:prstGeom prst="rect">
              <a:avLst/>
            </a:prstGeom>
            <a:noFill/>
            <a:ln>
              <a:noFill/>
            </a:ln>
          </p:spPr>
        </p:pic>
        <p:pic>
          <p:nvPicPr>
            <p:cNvPr id="134" name="Google Shape;134;p19"/>
            <p:cNvPicPr preferRelativeResize="0"/>
            <p:nvPr/>
          </p:nvPicPr>
          <p:blipFill>
            <a:blip r:embed="rId20">
              <a:alphaModFix amt="75000"/>
            </a:blip>
            <a:stretch>
              <a:fillRect/>
            </a:stretch>
          </p:blipFill>
          <p:spPr>
            <a:xfrm rot="5400000">
              <a:off x="886959" y="3725796"/>
              <a:ext cx="161498" cy="144467"/>
            </a:xfrm>
            <a:prstGeom prst="rect">
              <a:avLst/>
            </a:prstGeom>
            <a:noFill/>
            <a:ln>
              <a:noFill/>
            </a:ln>
          </p:spPr>
        </p:pic>
        <p:pic>
          <p:nvPicPr>
            <p:cNvPr id="135" name="Google Shape;135;p19"/>
            <p:cNvPicPr preferRelativeResize="0"/>
            <p:nvPr/>
          </p:nvPicPr>
          <p:blipFill>
            <a:blip r:embed="rId21">
              <a:alphaModFix amt="75000"/>
            </a:blip>
            <a:stretch>
              <a:fillRect/>
            </a:stretch>
          </p:blipFill>
          <p:spPr>
            <a:xfrm rot="5400000">
              <a:off x="947426" y="4847592"/>
              <a:ext cx="188792" cy="188787"/>
            </a:xfrm>
            <a:prstGeom prst="rect">
              <a:avLst/>
            </a:prstGeom>
            <a:noFill/>
            <a:ln>
              <a:noFill/>
            </a:ln>
          </p:spPr>
        </p:pic>
        <p:pic>
          <p:nvPicPr>
            <p:cNvPr id="136" name="Google Shape;136;p19"/>
            <p:cNvPicPr preferRelativeResize="0"/>
            <p:nvPr/>
          </p:nvPicPr>
          <p:blipFill>
            <a:blip r:embed="rId22">
              <a:alphaModFix amt="75000"/>
            </a:blip>
            <a:stretch>
              <a:fillRect/>
            </a:stretch>
          </p:blipFill>
          <p:spPr>
            <a:xfrm rot="5400000">
              <a:off x="1078689" y="3262748"/>
              <a:ext cx="188791" cy="184624"/>
            </a:xfrm>
            <a:prstGeom prst="rect">
              <a:avLst/>
            </a:prstGeom>
            <a:noFill/>
            <a:ln>
              <a:noFill/>
            </a:ln>
          </p:spPr>
        </p:pic>
        <p:pic>
          <p:nvPicPr>
            <p:cNvPr id="137" name="Google Shape;137;p19"/>
            <p:cNvPicPr preferRelativeResize="0"/>
            <p:nvPr/>
          </p:nvPicPr>
          <p:blipFill>
            <a:blip r:embed="rId23">
              <a:alphaModFix amt="75000"/>
            </a:blip>
            <a:stretch>
              <a:fillRect/>
            </a:stretch>
          </p:blipFill>
          <p:spPr>
            <a:xfrm rot="5400000">
              <a:off x="1125968" y="3958257"/>
              <a:ext cx="304478" cy="304471"/>
            </a:xfrm>
            <a:prstGeom prst="rect">
              <a:avLst/>
            </a:prstGeom>
            <a:noFill/>
            <a:ln>
              <a:noFill/>
            </a:ln>
          </p:spPr>
        </p:pic>
        <p:pic>
          <p:nvPicPr>
            <p:cNvPr id="138" name="Google Shape;138;p19"/>
            <p:cNvPicPr preferRelativeResize="0"/>
            <p:nvPr/>
          </p:nvPicPr>
          <p:blipFill>
            <a:blip r:embed="rId24">
              <a:alphaModFix amt="75000"/>
            </a:blip>
            <a:stretch>
              <a:fillRect/>
            </a:stretch>
          </p:blipFill>
          <p:spPr>
            <a:xfrm rot="5400000">
              <a:off x="1344384" y="4499618"/>
              <a:ext cx="161499" cy="161495"/>
            </a:xfrm>
            <a:prstGeom prst="rect">
              <a:avLst/>
            </a:prstGeom>
            <a:noFill/>
            <a:ln>
              <a:noFill/>
            </a:ln>
          </p:spPr>
        </p:pic>
        <p:pic>
          <p:nvPicPr>
            <p:cNvPr id="139" name="Google Shape;139;p19"/>
            <p:cNvPicPr preferRelativeResize="0"/>
            <p:nvPr/>
          </p:nvPicPr>
          <p:blipFill rotWithShape="1">
            <a:blip r:embed="rId25">
              <a:alphaModFix amt="75000"/>
            </a:blip>
            <a:srcRect b="22414" l="0" r="84186" t="17623"/>
            <a:stretch/>
          </p:blipFill>
          <p:spPr>
            <a:xfrm rot="5400000">
              <a:off x="839194" y="4268810"/>
              <a:ext cx="128025" cy="188775"/>
            </a:xfrm>
            <a:prstGeom prst="rect">
              <a:avLst/>
            </a:prstGeom>
            <a:noFill/>
            <a:ln>
              <a:noFill/>
            </a:ln>
          </p:spPr>
        </p:pic>
        <p:pic>
          <p:nvPicPr>
            <p:cNvPr id="140" name="Google Shape;140;p19"/>
            <p:cNvPicPr preferRelativeResize="0"/>
            <p:nvPr/>
          </p:nvPicPr>
          <p:blipFill rotWithShape="1">
            <a:blip r:embed="rId26">
              <a:alphaModFix amt="75000"/>
            </a:blip>
            <a:srcRect b="22884" l="28784" r="30072" t="23154"/>
            <a:stretch/>
          </p:blipFill>
          <p:spPr>
            <a:xfrm rot="5400000">
              <a:off x="1263172" y="3611184"/>
              <a:ext cx="188775" cy="165057"/>
            </a:xfrm>
            <a:prstGeom prst="rect">
              <a:avLst/>
            </a:prstGeom>
            <a:noFill/>
            <a:ln>
              <a:noFill/>
            </a:ln>
          </p:spPr>
        </p:pic>
      </p:grpSp>
      <p:sp>
        <p:nvSpPr>
          <p:cNvPr id="141" name="Google Shape;141;p19"/>
          <p:cNvSpPr/>
          <p:nvPr/>
        </p:nvSpPr>
        <p:spPr>
          <a:xfrm>
            <a:off x="3482475" y="4339254"/>
            <a:ext cx="1641300" cy="522300"/>
          </a:xfrm>
          <a:prstGeom prst="roundRect">
            <a:avLst>
              <a:gd fmla="val 18127" name="adj"/>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Font typeface="Arial"/>
              <a:buNone/>
            </a:pPr>
            <a:r>
              <a:rPr b="1" lang="en" sz="800">
                <a:solidFill>
                  <a:srgbClr val="262626"/>
                </a:solidFill>
              </a:rPr>
              <a:t>Fully managed extraction, load, preprocess, and activation of multimodal data </a:t>
            </a:r>
            <a:endParaRPr>
              <a:solidFill>
                <a:srgbClr val="262626"/>
              </a:solidFill>
            </a:endParaRPr>
          </a:p>
        </p:txBody>
      </p:sp>
      <p:sp>
        <p:nvSpPr>
          <p:cNvPr id="142" name="Google Shape;142;p19"/>
          <p:cNvSpPr/>
          <p:nvPr/>
        </p:nvSpPr>
        <p:spPr>
          <a:xfrm>
            <a:off x="3627684" y="4157254"/>
            <a:ext cx="1350900" cy="171300"/>
          </a:xfrm>
          <a:prstGeom prst="roundRect">
            <a:avLst>
              <a:gd fmla="val 18127" name="adj"/>
            </a:avLst>
          </a:prstGeom>
          <a:solidFill>
            <a:srgbClr val="29B5E8"/>
          </a:solidFill>
          <a:ln>
            <a:noFill/>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Font typeface="Arial"/>
              <a:buNone/>
            </a:pPr>
            <a:r>
              <a:rPr b="1" lang="en" sz="1000">
                <a:solidFill>
                  <a:srgbClr val="FFFFFF"/>
                </a:solidFill>
              </a:rPr>
              <a:t>DATA INGESTION</a:t>
            </a:r>
            <a:endParaRPr sz="1600"/>
          </a:p>
        </p:txBody>
      </p:sp>
      <p:sp>
        <p:nvSpPr>
          <p:cNvPr id="143" name="Google Shape;143;p19"/>
          <p:cNvSpPr/>
          <p:nvPr/>
        </p:nvSpPr>
        <p:spPr>
          <a:xfrm>
            <a:off x="625820" y="548617"/>
            <a:ext cx="363300" cy="363300"/>
          </a:xfrm>
          <a:prstGeom prst="rect">
            <a:avLst/>
          </a:prstGeom>
          <a:solidFill>
            <a:srgbClr val="FFFFFF"/>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pic>
        <p:nvPicPr>
          <p:cNvPr id="144" name="Google Shape;144;p19"/>
          <p:cNvPicPr preferRelativeResize="0"/>
          <p:nvPr/>
        </p:nvPicPr>
        <p:blipFill rotWithShape="1">
          <a:blip r:embed="rId27">
            <a:alphaModFix/>
          </a:blip>
          <a:srcRect b="0" l="0" r="0" t="0"/>
          <a:stretch/>
        </p:blipFill>
        <p:spPr>
          <a:xfrm>
            <a:off x="685791" y="617804"/>
            <a:ext cx="243363" cy="224939"/>
          </a:xfrm>
          <a:prstGeom prst="rect">
            <a:avLst/>
          </a:prstGeom>
          <a:noFill/>
          <a:ln>
            <a:noFill/>
          </a:ln>
        </p:spPr>
      </p:pic>
      <p:grpSp>
        <p:nvGrpSpPr>
          <p:cNvPr id="145" name="Google Shape;145;p19"/>
          <p:cNvGrpSpPr/>
          <p:nvPr/>
        </p:nvGrpSpPr>
        <p:grpSpPr>
          <a:xfrm>
            <a:off x="4042829" y="3630415"/>
            <a:ext cx="565292" cy="176138"/>
            <a:chOff x="5468183" y="5235978"/>
            <a:chExt cx="1256204" cy="391418"/>
          </a:xfrm>
        </p:grpSpPr>
        <p:grpSp>
          <p:nvGrpSpPr>
            <p:cNvPr id="146" name="Google Shape;146;p19"/>
            <p:cNvGrpSpPr/>
            <p:nvPr/>
          </p:nvGrpSpPr>
          <p:grpSpPr>
            <a:xfrm>
              <a:off x="6002789" y="5333832"/>
              <a:ext cx="721598" cy="199992"/>
              <a:chOff x="6002789" y="5333832"/>
              <a:chExt cx="721598" cy="199992"/>
            </a:xfrm>
          </p:grpSpPr>
          <p:sp>
            <p:nvSpPr>
              <p:cNvPr id="147" name="Google Shape;147;p19"/>
              <p:cNvSpPr/>
              <p:nvPr/>
            </p:nvSpPr>
            <p:spPr>
              <a:xfrm>
                <a:off x="6002789" y="5333832"/>
                <a:ext cx="182041" cy="199897"/>
              </a:xfrm>
              <a:custGeom>
                <a:rect b="b" l="l" r="r" t="t"/>
                <a:pathLst>
                  <a:path extrusionOk="0" h="199897" w="182041">
                    <a:moveTo>
                      <a:pt x="77025" y="199898"/>
                    </a:moveTo>
                    <a:lnTo>
                      <a:pt x="0" y="199898"/>
                    </a:lnTo>
                    <a:lnTo>
                      <a:pt x="0" y="0"/>
                    </a:lnTo>
                    <a:lnTo>
                      <a:pt x="77025" y="0"/>
                    </a:lnTo>
                    <a:cubicBezTo>
                      <a:pt x="141387" y="0"/>
                      <a:pt x="182042" y="42645"/>
                      <a:pt x="182042" y="99949"/>
                    </a:cubicBezTo>
                    <a:cubicBezTo>
                      <a:pt x="182042" y="157253"/>
                      <a:pt x="141387" y="199898"/>
                      <a:pt x="77025" y="199898"/>
                    </a:cubicBezTo>
                    <a:close/>
                    <a:moveTo>
                      <a:pt x="48367" y="41598"/>
                    </a:moveTo>
                    <a:lnTo>
                      <a:pt x="48367" y="158205"/>
                    </a:lnTo>
                    <a:lnTo>
                      <a:pt x="73407" y="158205"/>
                    </a:lnTo>
                    <a:cubicBezTo>
                      <a:pt x="105779" y="158205"/>
                      <a:pt x="132057" y="136502"/>
                      <a:pt x="132057" y="99949"/>
                    </a:cubicBezTo>
                    <a:cubicBezTo>
                      <a:pt x="132057" y="61302"/>
                      <a:pt x="105779" y="41598"/>
                      <a:pt x="73407" y="41598"/>
                    </a:cubicBezTo>
                    <a:lnTo>
                      <a:pt x="48367" y="41598"/>
                    </a:lnTo>
                    <a:close/>
                  </a:path>
                </a:pathLst>
              </a:custGeom>
              <a:solidFill>
                <a:srgbClr val="FFFFFF"/>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262626"/>
                  </a:solidFill>
                  <a:latin typeface="Calibri"/>
                  <a:ea typeface="Calibri"/>
                  <a:cs typeface="Calibri"/>
                  <a:sym typeface="Calibri"/>
                </a:endParaRPr>
              </a:p>
            </p:txBody>
          </p:sp>
          <p:sp>
            <p:nvSpPr>
              <p:cNvPr id="148" name="Google Shape;148;p19"/>
              <p:cNvSpPr/>
              <p:nvPr/>
            </p:nvSpPr>
            <p:spPr>
              <a:xfrm>
                <a:off x="6186259" y="5333832"/>
                <a:ext cx="205368" cy="199897"/>
              </a:xfrm>
              <a:custGeom>
                <a:rect b="b" l="l" r="r" t="t"/>
                <a:pathLst>
                  <a:path extrusionOk="0" h="199897" w="205368">
                    <a:moveTo>
                      <a:pt x="205178" y="199898"/>
                    </a:moveTo>
                    <a:lnTo>
                      <a:pt x="153193" y="199898"/>
                    </a:lnTo>
                    <a:lnTo>
                      <a:pt x="140911" y="163916"/>
                    </a:lnTo>
                    <a:lnTo>
                      <a:pt x="64267" y="163916"/>
                    </a:lnTo>
                    <a:lnTo>
                      <a:pt x="51985" y="199898"/>
                    </a:lnTo>
                    <a:lnTo>
                      <a:pt x="0" y="199898"/>
                    </a:lnTo>
                    <a:lnTo>
                      <a:pt x="76359" y="0"/>
                    </a:lnTo>
                    <a:lnTo>
                      <a:pt x="129010" y="0"/>
                    </a:lnTo>
                    <a:lnTo>
                      <a:pt x="205368" y="199898"/>
                    </a:lnTo>
                    <a:close/>
                    <a:moveTo>
                      <a:pt x="77215" y="125936"/>
                    </a:moveTo>
                    <a:lnTo>
                      <a:pt x="127867" y="125936"/>
                    </a:lnTo>
                    <a:lnTo>
                      <a:pt x="102541" y="51974"/>
                    </a:lnTo>
                    <a:lnTo>
                      <a:pt x="77215" y="125936"/>
                    </a:lnTo>
                    <a:close/>
                  </a:path>
                </a:pathLst>
              </a:custGeom>
              <a:solidFill>
                <a:srgbClr val="FFFFFF"/>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262626"/>
                  </a:solidFill>
                  <a:latin typeface="Calibri"/>
                  <a:ea typeface="Calibri"/>
                  <a:cs typeface="Calibri"/>
                  <a:sym typeface="Calibri"/>
                </a:endParaRPr>
              </a:p>
            </p:txBody>
          </p:sp>
          <p:sp>
            <p:nvSpPr>
              <p:cNvPr id="149" name="Google Shape;149;p19"/>
              <p:cNvSpPr/>
              <p:nvPr/>
            </p:nvSpPr>
            <p:spPr>
              <a:xfrm>
                <a:off x="6374680" y="5333832"/>
                <a:ext cx="161095" cy="199992"/>
              </a:xfrm>
              <a:custGeom>
                <a:rect b="b" l="l" r="r" t="t"/>
                <a:pathLst>
                  <a:path extrusionOk="0" h="199992" w="161095">
                    <a:moveTo>
                      <a:pt x="95" y="0"/>
                    </a:moveTo>
                    <a:lnTo>
                      <a:pt x="161096" y="0"/>
                    </a:lnTo>
                    <a:lnTo>
                      <a:pt x="161096" y="41693"/>
                    </a:lnTo>
                    <a:lnTo>
                      <a:pt x="104731" y="41693"/>
                    </a:lnTo>
                    <a:lnTo>
                      <a:pt x="104731" y="199993"/>
                    </a:lnTo>
                    <a:lnTo>
                      <a:pt x="56365" y="199993"/>
                    </a:lnTo>
                    <a:lnTo>
                      <a:pt x="56365" y="41693"/>
                    </a:lnTo>
                    <a:lnTo>
                      <a:pt x="0" y="41693"/>
                    </a:lnTo>
                    <a:lnTo>
                      <a:pt x="0" y="0"/>
                    </a:lnTo>
                    <a:close/>
                  </a:path>
                </a:pathLst>
              </a:custGeom>
              <a:solidFill>
                <a:srgbClr val="FFFFFF"/>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262626"/>
                  </a:solidFill>
                  <a:latin typeface="Calibri"/>
                  <a:ea typeface="Calibri"/>
                  <a:cs typeface="Calibri"/>
                  <a:sym typeface="Calibri"/>
                </a:endParaRPr>
              </a:p>
            </p:txBody>
          </p:sp>
          <p:sp>
            <p:nvSpPr>
              <p:cNvPr id="150" name="Google Shape;150;p19"/>
              <p:cNvSpPr/>
              <p:nvPr/>
            </p:nvSpPr>
            <p:spPr>
              <a:xfrm>
                <a:off x="6519019" y="5333832"/>
                <a:ext cx="205368" cy="199897"/>
              </a:xfrm>
              <a:custGeom>
                <a:rect b="b" l="l" r="r" t="t"/>
                <a:pathLst>
                  <a:path extrusionOk="0" h="199897" w="205368">
                    <a:moveTo>
                      <a:pt x="205273" y="199898"/>
                    </a:moveTo>
                    <a:lnTo>
                      <a:pt x="153289" y="199898"/>
                    </a:lnTo>
                    <a:lnTo>
                      <a:pt x="141006" y="163916"/>
                    </a:lnTo>
                    <a:lnTo>
                      <a:pt x="64362" y="163916"/>
                    </a:lnTo>
                    <a:lnTo>
                      <a:pt x="51985" y="199898"/>
                    </a:lnTo>
                    <a:lnTo>
                      <a:pt x="0" y="199898"/>
                    </a:lnTo>
                    <a:lnTo>
                      <a:pt x="76359" y="0"/>
                    </a:lnTo>
                    <a:lnTo>
                      <a:pt x="129010" y="0"/>
                    </a:lnTo>
                    <a:lnTo>
                      <a:pt x="205369" y="199898"/>
                    </a:lnTo>
                    <a:close/>
                    <a:moveTo>
                      <a:pt x="77311" y="125936"/>
                    </a:moveTo>
                    <a:lnTo>
                      <a:pt x="127963" y="125936"/>
                    </a:lnTo>
                    <a:lnTo>
                      <a:pt x="102637" y="51974"/>
                    </a:lnTo>
                    <a:lnTo>
                      <a:pt x="77311" y="125936"/>
                    </a:lnTo>
                    <a:close/>
                  </a:path>
                </a:pathLst>
              </a:custGeom>
              <a:solidFill>
                <a:srgbClr val="FFFFFF"/>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262626"/>
                  </a:solidFill>
                  <a:latin typeface="Calibri"/>
                  <a:ea typeface="Calibri"/>
                  <a:cs typeface="Calibri"/>
                  <a:sym typeface="Calibri"/>
                </a:endParaRPr>
              </a:p>
            </p:txBody>
          </p:sp>
        </p:grpSp>
        <p:sp>
          <p:nvSpPr>
            <p:cNvPr id="151" name="Google Shape;151;p19"/>
            <p:cNvSpPr/>
            <p:nvPr/>
          </p:nvSpPr>
          <p:spPr>
            <a:xfrm>
              <a:off x="5468183" y="5235978"/>
              <a:ext cx="340662" cy="391418"/>
            </a:xfrm>
            <a:custGeom>
              <a:rect b="b" l="l" r="r" t="t"/>
              <a:pathLst>
                <a:path extrusionOk="0" h="391418" w="340662">
                  <a:moveTo>
                    <a:pt x="170331" y="0"/>
                  </a:moveTo>
                  <a:cubicBezTo>
                    <a:pt x="85689" y="0"/>
                    <a:pt x="0" y="25892"/>
                    <a:pt x="0" y="75485"/>
                  </a:cubicBezTo>
                  <a:lnTo>
                    <a:pt x="0" y="315933"/>
                  </a:lnTo>
                  <a:cubicBezTo>
                    <a:pt x="0" y="365527"/>
                    <a:pt x="85689" y="391419"/>
                    <a:pt x="170331" y="391419"/>
                  </a:cubicBezTo>
                  <a:cubicBezTo>
                    <a:pt x="254973" y="391419"/>
                    <a:pt x="340662" y="365527"/>
                    <a:pt x="340662" y="315933"/>
                  </a:cubicBezTo>
                  <a:lnTo>
                    <a:pt x="340662" y="75485"/>
                  </a:lnTo>
                  <a:cubicBezTo>
                    <a:pt x="340662" y="25892"/>
                    <a:pt x="254973" y="0"/>
                    <a:pt x="170331" y="0"/>
                  </a:cubicBezTo>
                  <a:close/>
                  <a:moveTo>
                    <a:pt x="307910" y="235689"/>
                  </a:moveTo>
                  <a:cubicBezTo>
                    <a:pt x="307910" y="250157"/>
                    <a:pt x="259353" y="278429"/>
                    <a:pt x="170426" y="278429"/>
                  </a:cubicBezTo>
                  <a:cubicBezTo>
                    <a:pt x="81500" y="278429"/>
                    <a:pt x="32943" y="250253"/>
                    <a:pt x="32943" y="235689"/>
                  </a:cubicBezTo>
                  <a:lnTo>
                    <a:pt x="32943" y="201992"/>
                  </a:lnTo>
                  <a:cubicBezTo>
                    <a:pt x="65600" y="221220"/>
                    <a:pt x="118156" y="231120"/>
                    <a:pt x="170426" y="231120"/>
                  </a:cubicBezTo>
                  <a:cubicBezTo>
                    <a:pt x="222697" y="231120"/>
                    <a:pt x="275348" y="221220"/>
                    <a:pt x="307910" y="201992"/>
                  </a:cubicBezTo>
                  <a:lnTo>
                    <a:pt x="307910" y="235689"/>
                  </a:lnTo>
                  <a:close/>
                  <a:moveTo>
                    <a:pt x="307910" y="155730"/>
                  </a:moveTo>
                  <a:cubicBezTo>
                    <a:pt x="307910" y="170199"/>
                    <a:pt x="259353" y="198470"/>
                    <a:pt x="170426" y="198470"/>
                  </a:cubicBezTo>
                  <a:cubicBezTo>
                    <a:pt x="81500" y="198470"/>
                    <a:pt x="32943" y="170294"/>
                    <a:pt x="32943" y="155730"/>
                  </a:cubicBezTo>
                  <a:lnTo>
                    <a:pt x="32943" y="121842"/>
                  </a:lnTo>
                  <a:cubicBezTo>
                    <a:pt x="65600" y="141071"/>
                    <a:pt x="118156" y="150970"/>
                    <a:pt x="170426" y="150970"/>
                  </a:cubicBezTo>
                  <a:cubicBezTo>
                    <a:pt x="222697" y="150970"/>
                    <a:pt x="275348" y="141071"/>
                    <a:pt x="307910" y="121842"/>
                  </a:cubicBezTo>
                  <a:lnTo>
                    <a:pt x="307910" y="155730"/>
                  </a:lnTo>
                  <a:close/>
                  <a:moveTo>
                    <a:pt x="170331" y="32745"/>
                  </a:moveTo>
                  <a:cubicBezTo>
                    <a:pt x="259353" y="32745"/>
                    <a:pt x="307815" y="60921"/>
                    <a:pt x="307815" y="75485"/>
                  </a:cubicBezTo>
                  <a:cubicBezTo>
                    <a:pt x="307815" y="90049"/>
                    <a:pt x="259258" y="118225"/>
                    <a:pt x="170331" y="118225"/>
                  </a:cubicBezTo>
                  <a:cubicBezTo>
                    <a:pt x="81405" y="118225"/>
                    <a:pt x="32848" y="90049"/>
                    <a:pt x="32848" y="75485"/>
                  </a:cubicBezTo>
                  <a:cubicBezTo>
                    <a:pt x="32848" y="60921"/>
                    <a:pt x="81405" y="32745"/>
                    <a:pt x="170331" y="32745"/>
                  </a:cubicBezTo>
                  <a:close/>
                  <a:moveTo>
                    <a:pt x="170331" y="358673"/>
                  </a:moveTo>
                  <a:cubicBezTo>
                    <a:pt x="81310" y="358673"/>
                    <a:pt x="32848" y="330497"/>
                    <a:pt x="32848" y="315933"/>
                  </a:cubicBezTo>
                  <a:lnTo>
                    <a:pt x="32848" y="282046"/>
                  </a:lnTo>
                  <a:cubicBezTo>
                    <a:pt x="65505" y="301274"/>
                    <a:pt x="118061" y="311174"/>
                    <a:pt x="170331" y="311174"/>
                  </a:cubicBezTo>
                  <a:cubicBezTo>
                    <a:pt x="222602" y="311174"/>
                    <a:pt x="275253" y="301274"/>
                    <a:pt x="307815" y="282046"/>
                  </a:cubicBezTo>
                  <a:lnTo>
                    <a:pt x="307815" y="315933"/>
                  </a:lnTo>
                  <a:cubicBezTo>
                    <a:pt x="307815" y="330402"/>
                    <a:pt x="259258" y="358673"/>
                    <a:pt x="170331" y="358673"/>
                  </a:cubicBezTo>
                  <a:close/>
                </a:path>
              </a:pathLst>
            </a:custGeom>
            <a:solidFill>
              <a:srgbClr val="FFFFFF"/>
            </a:soli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sz="1400">
                <a:solidFill>
                  <a:srgbClr val="262626"/>
                </a:solidFill>
                <a:latin typeface="Calibri"/>
                <a:ea typeface="Calibri"/>
                <a:cs typeface="Calibri"/>
                <a:sym typeface="Calibri"/>
              </a:endParaRPr>
            </a:p>
          </p:txBody>
        </p:sp>
      </p:grpSp>
      <p:sp>
        <p:nvSpPr>
          <p:cNvPr id="152" name="Google Shape;152;p19"/>
          <p:cNvSpPr/>
          <p:nvPr/>
        </p:nvSpPr>
        <p:spPr>
          <a:xfrm>
            <a:off x="2679975" y="576798"/>
            <a:ext cx="3291000" cy="254400"/>
          </a:xfrm>
          <a:prstGeom prst="roundRect">
            <a:avLst>
              <a:gd fmla="val 18690" name="adj"/>
            </a:avLst>
          </a:prstGeom>
          <a:solidFill>
            <a:srgbClr val="29B5E8"/>
          </a:solidFill>
          <a:ln cap="flat" cmpd="sng" w="9525">
            <a:solidFill>
              <a:srgbClr val="29B5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 sz="1200">
                <a:solidFill>
                  <a:srgbClr val="FFFFFF"/>
                </a:solidFill>
              </a:rPr>
              <a:t>SNOWFLAKE CORTEX AI</a:t>
            </a:r>
            <a:endParaRPr b="1" sz="1200">
              <a:solidFill>
                <a:srgbClr val="FFFFFF"/>
              </a:solidFill>
            </a:endParaRPr>
          </a:p>
        </p:txBody>
      </p:sp>
      <p:sp>
        <p:nvSpPr>
          <p:cNvPr id="153" name="Google Shape;153;p19"/>
          <p:cNvSpPr/>
          <p:nvPr/>
        </p:nvSpPr>
        <p:spPr>
          <a:xfrm>
            <a:off x="6537500" y="920179"/>
            <a:ext cx="1186200" cy="2502300"/>
          </a:xfrm>
          <a:prstGeom prst="roundRect">
            <a:avLst>
              <a:gd fmla="val 6368" name="adj"/>
            </a:avLst>
          </a:prstGeom>
          <a:solidFill>
            <a:srgbClr val="EFEFEF"/>
          </a:solidFill>
          <a:ln>
            <a:noFill/>
          </a:ln>
        </p:spPr>
        <p:txBody>
          <a:bodyPr anchorCtr="0" anchor="t" bIns="45725" lIns="45725" spcFirstLastPara="1" rIns="45725" wrap="square" tIns="45725">
            <a:noAutofit/>
          </a:bodyPr>
          <a:lstStyle/>
          <a:p>
            <a:pPr indent="0" lvl="0" marL="0" marR="0" rtl="0" algn="ctr">
              <a:lnSpc>
                <a:spcPct val="100000"/>
              </a:lnSpc>
              <a:spcBef>
                <a:spcPts val="0"/>
              </a:spcBef>
              <a:spcAft>
                <a:spcPts val="0"/>
              </a:spcAft>
              <a:buNone/>
            </a:pPr>
            <a:r>
              <a:t/>
            </a:r>
            <a:endParaRPr b="1" sz="1000">
              <a:solidFill>
                <a:srgbClr val="11567F"/>
              </a:solidFill>
            </a:endParaRPr>
          </a:p>
        </p:txBody>
      </p:sp>
      <p:sp>
        <p:nvSpPr>
          <p:cNvPr id="154" name="Google Shape;154;p19"/>
          <p:cNvSpPr/>
          <p:nvPr/>
        </p:nvSpPr>
        <p:spPr>
          <a:xfrm>
            <a:off x="6603562" y="2141045"/>
            <a:ext cx="1054200" cy="283800"/>
          </a:xfrm>
          <a:prstGeom prst="roundRect">
            <a:avLst>
              <a:gd fmla="val 16667" name="adj"/>
            </a:avLst>
          </a:prstGeom>
          <a:solidFill>
            <a:srgbClr val="29B5E8"/>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b="1" lang="en" sz="900">
                <a:solidFill>
                  <a:srgbClr val="FFFFFF"/>
                </a:solidFill>
              </a:rPr>
              <a:t>Evaluations</a:t>
            </a:r>
            <a:endParaRPr b="1" baseline="30000" sz="900">
              <a:solidFill>
                <a:srgbClr val="FFFFFF"/>
              </a:solidFill>
            </a:endParaRPr>
          </a:p>
        </p:txBody>
      </p:sp>
      <p:sp>
        <p:nvSpPr>
          <p:cNvPr id="155" name="Google Shape;155;p19"/>
          <p:cNvSpPr/>
          <p:nvPr/>
        </p:nvSpPr>
        <p:spPr>
          <a:xfrm>
            <a:off x="6603562" y="1693569"/>
            <a:ext cx="1054200" cy="283800"/>
          </a:xfrm>
          <a:prstGeom prst="roundRect">
            <a:avLst>
              <a:gd fmla="val 16667" name="adj"/>
            </a:avLst>
          </a:prstGeom>
          <a:solidFill>
            <a:srgbClr val="29B5E8"/>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b="1" lang="en" sz="900">
                <a:solidFill>
                  <a:srgbClr val="FFFFFF"/>
                </a:solidFill>
              </a:rPr>
              <a:t>Guardrails  </a:t>
            </a:r>
            <a:endParaRPr b="1" baseline="30000" sz="900">
              <a:solidFill>
                <a:srgbClr val="FFFFFF"/>
              </a:solidFill>
            </a:endParaRPr>
          </a:p>
        </p:txBody>
      </p:sp>
      <p:sp>
        <p:nvSpPr>
          <p:cNvPr id="156" name="Google Shape;156;p19"/>
          <p:cNvSpPr/>
          <p:nvPr/>
        </p:nvSpPr>
        <p:spPr>
          <a:xfrm>
            <a:off x="6626063" y="1002044"/>
            <a:ext cx="1023300" cy="160500"/>
          </a:xfrm>
          <a:prstGeom prst="roundRect">
            <a:avLst>
              <a:gd fmla="val 16667" name="adj"/>
            </a:avLst>
          </a:prstGeom>
          <a:noFill/>
          <a:ln>
            <a:noFill/>
          </a:ln>
        </p:spPr>
        <p:txBody>
          <a:bodyPr anchorCtr="0" anchor="ctr" bIns="45725" lIns="36575" spcFirstLastPara="1" rIns="36575" wrap="square" tIns="45700">
            <a:noAutofit/>
          </a:bodyPr>
          <a:lstStyle/>
          <a:p>
            <a:pPr indent="0" lvl="0" marL="0" marR="0" rtl="0" algn="ctr">
              <a:lnSpc>
                <a:spcPct val="100000"/>
              </a:lnSpc>
              <a:spcBef>
                <a:spcPts val="0"/>
              </a:spcBef>
              <a:spcAft>
                <a:spcPts val="0"/>
              </a:spcAft>
              <a:buNone/>
            </a:pPr>
            <a:r>
              <a:rPr b="1" lang="en" sz="900">
                <a:solidFill>
                  <a:srgbClr val="11567F"/>
                </a:solidFill>
              </a:rPr>
              <a:t>GOVERNANCE </a:t>
            </a:r>
            <a:endParaRPr b="1" sz="900">
              <a:solidFill>
                <a:srgbClr val="11567F"/>
              </a:solidFill>
            </a:endParaRPr>
          </a:p>
        </p:txBody>
      </p:sp>
      <p:sp>
        <p:nvSpPr>
          <p:cNvPr id="157" name="Google Shape;157;p19"/>
          <p:cNvSpPr/>
          <p:nvPr/>
        </p:nvSpPr>
        <p:spPr>
          <a:xfrm>
            <a:off x="6603562" y="1246093"/>
            <a:ext cx="1054200" cy="283800"/>
          </a:xfrm>
          <a:prstGeom prst="roundRect">
            <a:avLst>
              <a:gd fmla="val 16667" name="adj"/>
            </a:avLst>
          </a:prstGeom>
          <a:solidFill>
            <a:srgbClr val="29B5E8"/>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b="1" lang="en" sz="900">
                <a:solidFill>
                  <a:srgbClr val="FFFFFF"/>
                </a:solidFill>
              </a:rPr>
              <a:t>RBAC  </a:t>
            </a:r>
            <a:endParaRPr b="1" baseline="30000" sz="900">
              <a:solidFill>
                <a:srgbClr val="FFFFFF"/>
              </a:solidFill>
            </a:endParaRPr>
          </a:p>
        </p:txBody>
      </p:sp>
      <p:sp>
        <p:nvSpPr>
          <p:cNvPr id="158" name="Google Shape;158;p19"/>
          <p:cNvSpPr/>
          <p:nvPr/>
        </p:nvSpPr>
        <p:spPr>
          <a:xfrm>
            <a:off x="6603562" y="3035997"/>
            <a:ext cx="1054200" cy="283800"/>
          </a:xfrm>
          <a:prstGeom prst="roundRect">
            <a:avLst>
              <a:gd fmla="val 16667" name="adj"/>
            </a:avLst>
          </a:prstGeom>
          <a:solidFill>
            <a:srgbClr val="29B5E8"/>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b="1" lang="en" sz="900">
                <a:solidFill>
                  <a:srgbClr val="FFFFFF"/>
                </a:solidFill>
              </a:rPr>
              <a:t>AI Gateway</a:t>
            </a:r>
            <a:endParaRPr b="1" baseline="30000" sz="900">
              <a:solidFill>
                <a:srgbClr val="FFFFFF"/>
              </a:solidFill>
            </a:endParaRPr>
          </a:p>
        </p:txBody>
      </p:sp>
      <p:sp>
        <p:nvSpPr>
          <p:cNvPr id="159" name="Google Shape;159;p19"/>
          <p:cNvSpPr/>
          <p:nvPr/>
        </p:nvSpPr>
        <p:spPr>
          <a:xfrm>
            <a:off x="6603562" y="2588521"/>
            <a:ext cx="1054200" cy="283800"/>
          </a:xfrm>
          <a:prstGeom prst="roundRect">
            <a:avLst>
              <a:gd fmla="val 16667" name="adj"/>
            </a:avLst>
          </a:prstGeom>
          <a:solidFill>
            <a:srgbClr val="29B5E8"/>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b="1" lang="en" sz="900">
                <a:solidFill>
                  <a:srgbClr val="FFFFFF"/>
                </a:solidFill>
              </a:rPr>
              <a:t>Monitoring </a:t>
            </a:r>
            <a:endParaRPr b="1" baseline="30000" sz="900">
              <a:solidFill>
                <a:srgbClr val="FFFFFF"/>
              </a:solidFill>
            </a:endParaRPr>
          </a:p>
        </p:txBody>
      </p:sp>
      <p:grpSp>
        <p:nvGrpSpPr>
          <p:cNvPr id="160" name="Google Shape;160;p19"/>
          <p:cNvGrpSpPr/>
          <p:nvPr/>
        </p:nvGrpSpPr>
        <p:grpSpPr>
          <a:xfrm>
            <a:off x="5018133" y="3625968"/>
            <a:ext cx="1027826" cy="188677"/>
            <a:chOff x="4485781" y="3822975"/>
            <a:chExt cx="1027826" cy="188677"/>
          </a:xfrm>
        </p:grpSpPr>
        <p:grpSp>
          <p:nvGrpSpPr>
            <p:cNvPr id="161" name="Google Shape;161;p19"/>
            <p:cNvGrpSpPr/>
            <p:nvPr/>
          </p:nvGrpSpPr>
          <p:grpSpPr>
            <a:xfrm>
              <a:off x="4793055" y="3825432"/>
              <a:ext cx="179811" cy="186220"/>
              <a:chOff x="4834290" y="3825432"/>
              <a:chExt cx="179811" cy="186220"/>
            </a:xfrm>
          </p:grpSpPr>
          <p:sp>
            <p:nvSpPr>
              <p:cNvPr id="162" name="Google Shape;162;p19"/>
              <p:cNvSpPr/>
              <p:nvPr/>
            </p:nvSpPr>
            <p:spPr>
              <a:xfrm>
                <a:off x="4873266" y="3825432"/>
                <a:ext cx="140835" cy="186220"/>
              </a:xfrm>
              <a:custGeom>
                <a:rect b="b" l="l" r="r" t="t"/>
                <a:pathLst>
                  <a:path extrusionOk="0" h="180358" w="136402">
                    <a:moveTo>
                      <a:pt x="12584" y="31542"/>
                    </a:moveTo>
                    <a:lnTo>
                      <a:pt x="12920" y="27683"/>
                    </a:lnTo>
                    <a:lnTo>
                      <a:pt x="15772" y="20804"/>
                    </a:lnTo>
                    <a:lnTo>
                      <a:pt x="20805" y="15771"/>
                    </a:lnTo>
                    <a:lnTo>
                      <a:pt x="27684" y="12919"/>
                    </a:lnTo>
                    <a:lnTo>
                      <a:pt x="31543" y="12583"/>
                    </a:lnTo>
                    <a:lnTo>
                      <a:pt x="73486" y="12583"/>
                    </a:lnTo>
                    <a:lnTo>
                      <a:pt x="73486" y="47145"/>
                    </a:lnTo>
                    <a:lnTo>
                      <a:pt x="73654" y="50668"/>
                    </a:lnTo>
                    <a:lnTo>
                      <a:pt x="76170" y="56708"/>
                    </a:lnTo>
                    <a:lnTo>
                      <a:pt x="80700" y="61238"/>
                    </a:lnTo>
                    <a:lnTo>
                      <a:pt x="86740" y="63754"/>
                    </a:lnTo>
                    <a:lnTo>
                      <a:pt x="90264" y="63922"/>
                    </a:lnTo>
                    <a:lnTo>
                      <a:pt x="123818" y="63922"/>
                    </a:lnTo>
                    <a:lnTo>
                      <a:pt x="123818" y="148984"/>
                    </a:lnTo>
                    <a:lnTo>
                      <a:pt x="123483" y="152675"/>
                    </a:lnTo>
                    <a:lnTo>
                      <a:pt x="120631" y="159553"/>
                    </a:lnTo>
                    <a:lnTo>
                      <a:pt x="115430" y="164587"/>
                    </a:lnTo>
                    <a:lnTo>
                      <a:pt x="108719" y="167439"/>
                    </a:lnTo>
                    <a:lnTo>
                      <a:pt x="104860" y="167774"/>
                    </a:lnTo>
                    <a:lnTo>
                      <a:pt x="31543" y="167774"/>
                    </a:lnTo>
                    <a:lnTo>
                      <a:pt x="27684" y="167439"/>
                    </a:lnTo>
                    <a:lnTo>
                      <a:pt x="20805" y="164587"/>
                    </a:lnTo>
                    <a:lnTo>
                      <a:pt x="15772" y="159553"/>
                    </a:lnTo>
                    <a:lnTo>
                      <a:pt x="12920" y="152675"/>
                    </a:lnTo>
                    <a:lnTo>
                      <a:pt x="12584" y="148984"/>
                    </a:lnTo>
                    <a:close/>
                    <a:moveTo>
                      <a:pt x="120631" y="51339"/>
                    </a:moveTo>
                    <a:lnTo>
                      <a:pt x="119624" y="49829"/>
                    </a:lnTo>
                    <a:lnTo>
                      <a:pt x="118282" y="48487"/>
                    </a:lnTo>
                    <a:lnTo>
                      <a:pt x="88921" y="18287"/>
                    </a:lnTo>
                    <a:lnTo>
                      <a:pt x="87579" y="16945"/>
                    </a:lnTo>
                    <a:lnTo>
                      <a:pt x="86069" y="15771"/>
                    </a:lnTo>
                    <a:lnTo>
                      <a:pt x="86069" y="47145"/>
                    </a:lnTo>
                    <a:lnTo>
                      <a:pt x="86237" y="48822"/>
                    </a:lnTo>
                    <a:lnTo>
                      <a:pt x="88418" y="51171"/>
                    </a:lnTo>
                    <a:lnTo>
                      <a:pt x="90264" y="51339"/>
                    </a:lnTo>
                    <a:close/>
                    <a:moveTo>
                      <a:pt x="31543" y="0"/>
                    </a:moveTo>
                    <a:lnTo>
                      <a:pt x="28187" y="168"/>
                    </a:lnTo>
                    <a:lnTo>
                      <a:pt x="22147" y="1342"/>
                    </a:lnTo>
                    <a:lnTo>
                      <a:pt x="16443" y="3691"/>
                    </a:lnTo>
                    <a:lnTo>
                      <a:pt x="11410" y="7214"/>
                    </a:lnTo>
                    <a:lnTo>
                      <a:pt x="7215" y="11409"/>
                    </a:lnTo>
                    <a:lnTo>
                      <a:pt x="3692" y="16442"/>
                    </a:lnTo>
                    <a:lnTo>
                      <a:pt x="1343" y="22146"/>
                    </a:lnTo>
                    <a:lnTo>
                      <a:pt x="169" y="28186"/>
                    </a:lnTo>
                    <a:lnTo>
                      <a:pt x="1" y="31542"/>
                    </a:lnTo>
                    <a:lnTo>
                      <a:pt x="1" y="148984"/>
                    </a:lnTo>
                    <a:lnTo>
                      <a:pt x="169" y="152171"/>
                    </a:lnTo>
                    <a:lnTo>
                      <a:pt x="1343" y="158211"/>
                    </a:lnTo>
                    <a:lnTo>
                      <a:pt x="3692" y="163915"/>
                    </a:lnTo>
                    <a:lnTo>
                      <a:pt x="7215" y="168949"/>
                    </a:lnTo>
                    <a:lnTo>
                      <a:pt x="11410" y="173143"/>
                    </a:lnTo>
                    <a:lnTo>
                      <a:pt x="16443" y="176666"/>
                    </a:lnTo>
                    <a:lnTo>
                      <a:pt x="22147" y="179015"/>
                    </a:lnTo>
                    <a:lnTo>
                      <a:pt x="28187" y="180190"/>
                    </a:lnTo>
                    <a:lnTo>
                      <a:pt x="31543" y="180357"/>
                    </a:lnTo>
                    <a:lnTo>
                      <a:pt x="104860" y="180357"/>
                    </a:lnTo>
                    <a:lnTo>
                      <a:pt x="108048" y="180190"/>
                    </a:lnTo>
                    <a:lnTo>
                      <a:pt x="114255" y="179015"/>
                    </a:lnTo>
                    <a:lnTo>
                      <a:pt x="119960" y="176666"/>
                    </a:lnTo>
                    <a:lnTo>
                      <a:pt x="124825" y="173143"/>
                    </a:lnTo>
                    <a:lnTo>
                      <a:pt x="129187" y="168949"/>
                    </a:lnTo>
                    <a:lnTo>
                      <a:pt x="132543" y="163915"/>
                    </a:lnTo>
                    <a:lnTo>
                      <a:pt x="134891" y="158211"/>
                    </a:lnTo>
                    <a:lnTo>
                      <a:pt x="136234" y="152171"/>
                    </a:lnTo>
                    <a:lnTo>
                      <a:pt x="136401" y="148984"/>
                    </a:lnTo>
                    <a:lnTo>
                      <a:pt x="136401" y="61573"/>
                    </a:lnTo>
                    <a:lnTo>
                      <a:pt x="136234" y="58553"/>
                    </a:lnTo>
                    <a:lnTo>
                      <a:pt x="135059" y="52681"/>
                    </a:lnTo>
                    <a:lnTo>
                      <a:pt x="132710" y="46977"/>
                    </a:lnTo>
                    <a:lnTo>
                      <a:pt x="129355" y="41944"/>
                    </a:lnTo>
                    <a:lnTo>
                      <a:pt x="127342" y="39595"/>
                    </a:lnTo>
                    <a:lnTo>
                      <a:pt x="97813" y="9395"/>
                    </a:lnTo>
                    <a:lnTo>
                      <a:pt x="95632" y="7214"/>
                    </a:lnTo>
                    <a:lnTo>
                      <a:pt x="90431" y="3691"/>
                    </a:lnTo>
                    <a:lnTo>
                      <a:pt x="84727" y="1342"/>
                    </a:lnTo>
                    <a:lnTo>
                      <a:pt x="78519" y="168"/>
                    </a:lnTo>
                    <a:lnTo>
                      <a:pt x="75332" y="0"/>
                    </a:lnTo>
                    <a:close/>
                  </a:path>
                </a:pathLst>
              </a:custGeom>
              <a:solidFill>
                <a:srgbClr val="FFFFFF"/>
              </a:solidFill>
              <a:ln>
                <a:noFill/>
              </a:ln>
            </p:spPr>
            <p:txBody>
              <a:bodyPr anchorCtr="0" anchor="ctr" bIns="0" lIns="0" spcFirstLastPara="1" rIns="0" wrap="square" tIns="0">
                <a:noAutofit/>
              </a:bodyPr>
              <a:lstStyle/>
              <a:p>
                <a:pPr indent="0" lvl="0" marL="0" marR="0" rtl="0" algn="l">
                  <a:spcBef>
                    <a:spcPts val="0"/>
                  </a:spcBef>
                  <a:spcAft>
                    <a:spcPts val="0"/>
                  </a:spcAft>
                  <a:buClr>
                    <a:srgbClr val="252525"/>
                  </a:buClr>
                  <a:buSzPts val="1100"/>
                  <a:buFont typeface="Arial"/>
                  <a:buNone/>
                </a:pPr>
                <a:r>
                  <a:t/>
                </a:r>
                <a:endParaRPr sz="1100">
                  <a:solidFill>
                    <a:srgbClr val="FFFFFF"/>
                  </a:solidFill>
                  <a:latin typeface="Arial"/>
                  <a:ea typeface="Arial"/>
                  <a:cs typeface="Arial"/>
                  <a:sym typeface="Arial"/>
                </a:endParaRPr>
              </a:p>
            </p:txBody>
          </p:sp>
          <p:sp>
            <p:nvSpPr>
              <p:cNvPr id="163" name="Google Shape;163;p19"/>
              <p:cNvSpPr/>
              <p:nvPr/>
            </p:nvSpPr>
            <p:spPr>
              <a:xfrm>
                <a:off x="4834290" y="3914297"/>
                <a:ext cx="145165" cy="64961"/>
              </a:xfrm>
              <a:custGeom>
                <a:rect b="b" l="l" r="r" t="t"/>
                <a:pathLst>
                  <a:path extrusionOk="0" h="62916" w="140596">
                    <a:moveTo>
                      <a:pt x="14765" y="0"/>
                    </a:moveTo>
                    <a:lnTo>
                      <a:pt x="11745" y="168"/>
                    </a:lnTo>
                    <a:lnTo>
                      <a:pt x="6376" y="2349"/>
                    </a:lnTo>
                    <a:lnTo>
                      <a:pt x="2350" y="6376"/>
                    </a:lnTo>
                    <a:lnTo>
                      <a:pt x="169" y="11577"/>
                    </a:lnTo>
                    <a:lnTo>
                      <a:pt x="1" y="14597"/>
                    </a:lnTo>
                    <a:lnTo>
                      <a:pt x="1" y="48151"/>
                    </a:lnTo>
                    <a:lnTo>
                      <a:pt x="169" y="51171"/>
                    </a:lnTo>
                    <a:lnTo>
                      <a:pt x="2350" y="56372"/>
                    </a:lnTo>
                    <a:lnTo>
                      <a:pt x="6376" y="60399"/>
                    </a:lnTo>
                    <a:lnTo>
                      <a:pt x="11745" y="62580"/>
                    </a:lnTo>
                    <a:lnTo>
                      <a:pt x="14765" y="62916"/>
                    </a:lnTo>
                    <a:lnTo>
                      <a:pt x="125831" y="62916"/>
                    </a:lnTo>
                    <a:lnTo>
                      <a:pt x="128851" y="62580"/>
                    </a:lnTo>
                    <a:lnTo>
                      <a:pt x="134052" y="60399"/>
                    </a:lnTo>
                    <a:lnTo>
                      <a:pt x="138079" y="56372"/>
                    </a:lnTo>
                    <a:lnTo>
                      <a:pt x="140260" y="51171"/>
                    </a:lnTo>
                    <a:lnTo>
                      <a:pt x="140596" y="48151"/>
                    </a:lnTo>
                    <a:lnTo>
                      <a:pt x="140596" y="14597"/>
                    </a:lnTo>
                    <a:lnTo>
                      <a:pt x="140260" y="11577"/>
                    </a:lnTo>
                    <a:lnTo>
                      <a:pt x="138079" y="6376"/>
                    </a:lnTo>
                    <a:lnTo>
                      <a:pt x="134052" y="2349"/>
                    </a:lnTo>
                    <a:lnTo>
                      <a:pt x="128851" y="168"/>
                    </a:lnTo>
                    <a:lnTo>
                      <a:pt x="125831"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00"/>
                  <a:buFont typeface="Arial"/>
                  <a:buNone/>
                </a:pPr>
                <a:r>
                  <a:rPr b="1" lang="en" sz="300">
                    <a:solidFill>
                      <a:srgbClr val="FFFFFF"/>
                    </a:solidFill>
                  </a:rPr>
                  <a:t>DOC</a:t>
                </a:r>
                <a:endParaRPr sz="300">
                  <a:solidFill>
                    <a:srgbClr val="FFFFFF"/>
                  </a:solidFill>
                  <a:latin typeface="Arial"/>
                  <a:ea typeface="Arial"/>
                  <a:cs typeface="Arial"/>
                  <a:sym typeface="Arial"/>
                </a:endParaRPr>
              </a:p>
            </p:txBody>
          </p:sp>
        </p:grpSp>
        <p:grpSp>
          <p:nvGrpSpPr>
            <p:cNvPr id="164" name="Google Shape;164;p19"/>
            <p:cNvGrpSpPr/>
            <p:nvPr/>
          </p:nvGrpSpPr>
          <p:grpSpPr>
            <a:xfrm>
              <a:off x="5063426" y="3825432"/>
              <a:ext cx="179811" cy="186220"/>
              <a:chOff x="1714900" y="552700"/>
              <a:chExt cx="4353775" cy="4508950"/>
            </a:xfrm>
          </p:grpSpPr>
          <p:sp>
            <p:nvSpPr>
              <p:cNvPr id="165" name="Google Shape;165;p19"/>
              <p:cNvSpPr/>
              <p:nvPr/>
            </p:nvSpPr>
            <p:spPr>
              <a:xfrm>
                <a:off x="2658625" y="552700"/>
                <a:ext cx="3410050" cy="4508950"/>
              </a:xfrm>
              <a:custGeom>
                <a:rect b="b" l="l" r="r" t="t"/>
                <a:pathLst>
                  <a:path extrusionOk="0" h="180358" w="136402">
                    <a:moveTo>
                      <a:pt x="12584" y="31542"/>
                    </a:moveTo>
                    <a:lnTo>
                      <a:pt x="12920" y="27683"/>
                    </a:lnTo>
                    <a:lnTo>
                      <a:pt x="15772" y="20804"/>
                    </a:lnTo>
                    <a:lnTo>
                      <a:pt x="20805" y="15771"/>
                    </a:lnTo>
                    <a:lnTo>
                      <a:pt x="27684" y="12919"/>
                    </a:lnTo>
                    <a:lnTo>
                      <a:pt x="31543" y="12583"/>
                    </a:lnTo>
                    <a:lnTo>
                      <a:pt x="73486" y="12583"/>
                    </a:lnTo>
                    <a:lnTo>
                      <a:pt x="73486" y="47145"/>
                    </a:lnTo>
                    <a:lnTo>
                      <a:pt x="73654" y="50668"/>
                    </a:lnTo>
                    <a:lnTo>
                      <a:pt x="76170" y="56708"/>
                    </a:lnTo>
                    <a:lnTo>
                      <a:pt x="80700" y="61238"/>
                    </a:lnTo>
                    <a:lnTo>
                      <a:pt x="86740" y="63754"/>
                    </a:lnTo>
                    <a:lnTo>
                      <a:pt x="90264" y="63922"/>
                    </a:lnTo>
                    <a:lnTo>
                      <a:pt x="123818" y="63922"/>
                    </a:lnTo>
                    <a:lnTo>
                      <a:pt x="123818" y="148984"/>
                    </a:lnTo>
                    <a:lnTo>
                      <a:pt x="123483" y="152675"/>
                    </a:lnTo>
                    <a:lnTo>
                      <a:pt x="120631" y="159553"/>
                    </a:lnTo>
                    <a:lnTo>
                      <a:pt x="115430" y="164587"/>
                    </a:lnTo>
                    <a:lnTo>
                      <a:pt x="108719" y="167439"/>
                    </a:lnTo>
                    <a:lnTo>
                      <a:pt x="104860" y="167774"/>
                    </a:lnTo>
                    <a:lnTo>
                      <a:pt x="31543" y="167774"/>
                    </a:lnTo>
                    <a:lnTo>
                      <a:pt x="27684" y="167439"/>
                    </a:lnTo>
                    <a:lnTo>
                      <a:pt x="20805" y="164587"/>
                    </a:lnTo>
                    <a:lnTo>
                      <a:pt x="15772" y="159553"/>
                    </a:lnTo>
                    <a:lnTo>
                      <a:pt x="12920" y="152675"/>
                    </a:lnTo>
                    <a:lnTo>
                      <a:pt x="12584" y="148984"/>
                    </a:lnTo>
                    <a:close/>
                    <a:moveTo>
                      <a:pt x="120631" y="51339"/>
                    </a:moveTo>
                    <a:lnTo>
                      <a:pt x="119624" y="49829"/>
                    </a:lnTo>
                    <a:lnTo>
                      <a:pt x="118282" y="48487"/>
                    </a:lnTo>
                    <a:lnTo>
                      <a:pt x="88921" y="18287"/>
                    </a:lnTo>
                    <a:lnTo>
                      <a:pt x="87579" y="16945"/>
                    </a:lnTo>
                    <a:lnTo>
                      <a:pt x="86069" y="15771"/>
                    </a:lnTo>
                    <a:lnTo>
                      <a:pt x="86069" y="47145"/>
                    </a:lnTo>
                    <a:lnTo>
                      <a:pt x="86237" y="48822"/>
                    </a:lnTo>
                    <a:lnTo>
                      <a:pt x="88418" y="51171"/>
                    </a:lnTo>
                    <a:lnTo>
                      <a:pt x="90264" y="51339"/>
                    </a:lnTo>
                    <a:close/>
                    <a:moveTo>
                      <a:pt x="31543" y="0"/>
                    </a:moveTo>
                    <a:lnTo>
                      <a:pt x="28187" y="168"/>
                    </a:lnTo>
                    <a:lnTo>
                      <a:pt x="22147" y="1342"/>
                    </a:lnTo>
                    <a:lnTo>
                      <a:pt x="16443" y="3691"/>
                    </a:lnTo>
                    <a:lnTo>
                      <a:pt x="11410" y="7214"/>
                    </a:lnTo>
                    <a:lnTo>
                      <a:pt x="7215" y="11409"/>
                    </a:lnTo>
                    <a:lnTo>
                      <a:pt x="3692" y="16442"/>
                    </a:lnTo>
                    <a:lnTo>
                      <a:pt x="1343" y="22146"/>
                    </a:lnTo>
                    <a:lnTo>
                      <a:pt x="169" y="28186"/>
                    </a:lnTo>
                    <a:lnTo>
                      <a:pt x="1" y="31542"/>
                    </a:lnTo>
                    <a:lnTo>
                      <a:pt x="1" y="148984"/>
                    </a:lnTo>
                    <a:lnTo>
                      <a:pt x="169" y="152171"/>
                    </a:lnTo>
                    <a:lnTo>
                      <a:pt x="1343" y="158211"/>
                    </a:lnTo>
                    <a:lnTo>
                      <a:pt x="3692" y="163915"/>
                    </a:lnTo>
                    <a:lnTo>
                      <a:pt x="7215" y="168949"/>
                    </a:lnTo>
                    <a:lnTo>
                      <a:pt x="11410" y="173143"/>
                    </a:lnTo>
                    <a:lnTo>
                      <a:pt x="16443" y="176666"/>
                    </a:lnTo>
                    <a:lnTo>
                      <a:pt x="22147" y="179015"/>
                    </a:lnTo>
                    <a:lnTo>
                      <a:pt x="28187" y="180190"/>
                    </a:lnTo>
                    <a:lnTo>
                      <a:pt x="31543" y="180357"/>
                    </a:lnTo>
                    <a:lnTo>
                      <a:pt x="104860" y="180357"/>
                    </a:lnTo>
                    <a:lnTo>
                      <a:pt x="108048" y="180190"/>
                    </a:lnTo>
                    <a:lnTo>
                      <a:pt x="114255" y="179015"/>
                    </a:lnTo>
                    <a:lnTo>
                      <a:pt x="119960" y="176666"/>
                    </a:lnTo>
                    <a:lnTo>
                      <a:pt x="124825" y="173143"/>
                    </a:lnTo>
                    <a:lnTo>
                      <a:pt x="129187" y="168949"/>
                    </a:lnTo>
                    <a:lnTo>
                      <a:pt x="132543" y="163915"/>
                    </a:lnTo>
                    <a:lnTo>
                      <a:pt x="134891" y="158211"/>
                    </a:lnTo>
                    <a:lnTo>
                      <a:pt x="136234" y="152171"/>
                    </a:lnTo>
                    <a:lnTo>
                      <a:pt x="136401" y="148984"/>
                    </a:lnTo>
                    <a:lnTo>
                      <a:pt x="136401" y="61573"/>
                    </a:lnTo>
                    <a:lnTo>
                      <a:pt x="136234" y="58553"/>
                    </a:lnTo>
                    <a:lnTo>
                      <a:pt x="135059" y="52681"/>
                    </a:lnTo>
                    <a:lnTo>
                      <a:pt x="132710" y="46977"/>
                    </a:lnTo>
                    <a:lnTo>
                      <a:pt x="129355" y="41944"/>
                    </a:lnTo>
                    <a:lnTo>
                      <a:pt x="127342" y="39595"/>
                    </a:lnTo>
                    <a:lnTo>
                      <a:pt x="97813" y="9395"/>
                    </a:lnTo>
                    <a:lnTo>
                      <a:pt x="95632" y="7214"/>
                    </a:lnTo>
                    <a:lnTo>
                      <a:pt x="90431" y="3691"/>
                    </a:lnTo>
                    <a:lnTo>
                      <a:pt x="84727" y="1342"/>
                    </a:lnTo>
                    <a:lnTo>
                      <a:pt x="78519" y="168"/>
                    </a:lnTo>
                    <a:lnTo>
                      <a:pt x="75332" y="0"/>
                    </a:lnTo>
                    <a:close/>
                  </a:path>
                </a:pathLst>
              </a:custGeom>
              <a:solidFill>
                <a:srgbClr val="FFFFFF"/>
              </a:solidFill>
              <a:ln>
                <a:noFill/>
              </a:ln>
            </p:spPr>
            <p:txBody>
              <a:bodyPr anchorCtr="0" anchor="ctr" bIns="0" lIns="0" spcFirstLastPara="1" rIns="0" wrap="square" tIns="0">
                <a:noAutofit/>
              </a:bodyPr>
              <a:lstStyle/>
              <a:p>
                <a:pPr indent="0" lvl="0" marL="0" marR="0" rtl="0" algn="l">
                  <a:spcBef>
                    <a:spcPts val="0"/>
                  </a:spcBef>
                  <a:spcAft>
                    <a:spcPts val="0"/>
                  </a:spcAft>
                  <a:buClr>
                    <a:srgbClr val="252525"/>
                  </a:buClr>
                  <a:buSzPts val="1100"/>
                  <a:buFont typeface="Arial"/>
                  <a:buNone/>
                </a:pPr>
                <a:r>
                  <a:t/>
                </a:r>
                <a:endParaRPr sz="1100">
                  <a:solidFill>
                    <a:srgbClr val="FFFFFF"/>
                  </a:solidFill>
                  <a:latin typeface="Arial"/>
                  <a:ea typeface="Arial"/>
                  <a:cs typeface="Arial"/>
                  <a:sym typeface="Arial"/>
                </a:endParaRPr>
              </a:p>
            </p:txBody>
          </p:sp>
          <p:sp>
            <p:nvSpPr>
              <p:cNvPr id="166" name="Google Shape;166;p19"/>
              <p:cNvSpPr/>
              <p:nvPr/>
            </p:nvSpPr>
            <p:spPr>
              <a:xfrm>
                <a:off x="1714900" y="2704400"/>
                <a:ext cx="3514900" cy="1572900"/>
              </a:xfrm>
              <a:custGeom>
                <a:rect b="b" l="l" r="r" t="t"/>
                <a:pathLst>
                  <a:path extrusionOk="0" h="62916" w="140596">
                    <a:moveTo>
                      <a:pt x="14765" y="0"/>
                    </a:moveTo>
                    <a:lnTo>
                      <a:pt x="11745" y="168"/>
                    </a:lnTo>
                    <a:lnTo>
                      <a:pt x="6376" y="2349"/>
                    </a:lnTo>
                    <a:lnTo>
                      <a:pt x="2350" y="6376"/>
                    </a:lnTo>
                    <a:lnTo>
                      <a:pt x="169" y="11577"/>
                    </a:lnTo>
                    <a:lnTo>
                      <a:pt x="1" y="14597"/>
                    </a:lnTo>
                    <a:lnTo>
                      <a:pt x="1" y="48151"/>
                    </a:lnTo>
                    <a:lnTo>
                      <a:pt x="169" y="51171"/>
                    </a:lnTo>
                    <a:lnTo>
                      <a:pt x="2350" y="56372"/>
                    </a:lnTo>
                    <a:lnTo>
                      <a:pt x="6376" y="60399"/>
                    </a:lnTo>
                    <a:lnTo>
                      <a:pt x="11745" y="62580"/>
                    </a:lnTo>
                    <a:lnTo>
                      <a:pt x="14765" y="62916"/>
                    </a:lnTo>
                    <a:lnTo>
                      <a:pt x="125831" y="62916"/>
                    </a:lnTo>
                    <a:lnTo>
                      <a:pt x="128851" y="62580"/>
                    </a:lnTo>
                    <a:lnTo>
                      <a:pt x="134052" y="60399"/>
                    </a:lnTo>
                    <a:lnTo>
                      <a:pt x="138079" y="56372"/>
                    </a:lnTo>
                    <a:lnTo>
                      <a:pt x="140260" y="51171"/>
                    </a:lnTo>
                    <a:lnTo>
                      <a:pt x="140596" y="48151"/>
                    </a:lnTo>
                    <a:lnTo>
                      <a:pt x="140596" y="14597"/>
                    </a:lnTo>
                    <a:lnTo>
                      <a:pt x="140260" y="11577"/>
                    </a:lnTo>
                    <a:lnTo>
                      <a:pt x="138079" y="6376"/>
                    </a:lnTo>
                    <a:lnTo>
                      <a:pt x="134052" y="2349"/>
                    </a:lnTo>
                    <a:lnTo>
                      <a:pt x="128851" y="168"/>
                    </a:lnTo>
                    <a:lnTo>
                      <a:pt x="125831"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00"/>
                  <a:buFont typeface="Arial"/>
                  <a:buNone/>
                </a:pPr>
                <a:r>
                  <a:rPr b="1" lang="en" sz="300">
                    <a:solidFill>
                      <a:srgbClr val="FFFFFF"/>
                    </a:solidFill>
                  </a:rPr>
                  <a:t>AUDIO</a:t>
                </a:r>
                <a:endParaRPr sz="300">
                  <a:solidFill>
                    <a:srgbClr val="FFFFFF"/>
                  </a:solidFill>
                  <a:latin typeface="Arial"/>
                  <a:ea typeface="Arial"/>
                  <a:cs typeface="Arial"/>
                  <a:sym typeface="Arial"/>
                </a:endParaRPr>
              </a:p>
            </p:txBody>
          </p:sp>
        </p:grpSp>
        <p:grpSp>
          <p:nvGrpSpPr>
            <p:cNvPr id="167" name="Google Shape;167;p19"/>
            <p:cNvGrpSpPr/>
            <p:nvPr/>
          </p:nvGrpSpPr>
          <p:grpSpPr>
            <a:xfrm>
              <a:off x="5333796" y="3825432"/>
              <a:ext cx="179811" cy="186220"/>
              <a:chOff x="1714900" y="552700"/>
              <a:chExt cx="4353775" cy="4508950"/>
            </a:xfrm>
          </p:grpSpPr>
          <p:sp>
            <p:nvSpPr>
              <p:cNvPr id="168" name="Google Shape;168;p19"/>
              <p:cNvSpPr/>
              <p:nvPr/>
            </p:nvSpPr>
            <p:spPr>
              <a:xfrm>
                <a:off x="2658625" y="552700"/>
                <a:ext cx="3410050" cy="4508950"/>
              </a:xfrm>
              <a:custGeom>
                <a:rect b="b" l="l" r="r" t="t"/>
                <a:pathLst>
                  <a:path extrusionOk="0" h="180358" w="136402">
                    <a:moveTo>
                      <a:pt x="12584" y="31542"/>
                    </a:moveTo>
                    <a:lnTo>
                      <a:pt x="12920" y="27683"/>
                    </a:lnTo>
                    <a:lnTo>
                      <a:pt x="15772" y="20804"/>
                    </a:lnTo>
                    <a:lnTo>
                      <a:pt x="20805" y="15771"/>
                    </a:lnTo>
                    <a:lnTo>
                      <a:pt x="27684" y="12919"/>
                    </a:lnTo>
                    <a:lnTo>
                      <a:pt x="31543" y="12583"/>
                    </a:lnTo>
                    <a:lnTo>
                      <a:pt x="73486" y="12583"/>
                    </a:lnTo>
                    <a:lnTo>
                      <a:pt x="73486" y="47145"/>
                    </a:lnTo>
                    <a:lnTo>
                      <a:pt x="73654" y="50668"/>
                    </a:lnTo>
                    <a:lnTo>
                      <a:pt x="76170" y="56708"/>
                    </a:lnTo>
                    <a:lnTo>
                      <a:pt x="80700" y="61238"/>
                    </a:lnTo>
                    <a:lnTo>
                      <a:pt x="86740" y="63754"/>
                    </a:lnTo>
                    <a:lnTo>
                      <a:pt x="90264" y="63922"/>
                    </a:lnTo>
                    <a:lnTo>
                      <a:pt x="123818" y="63922"/>
                    </a:lnTo>
                    <a:lnTo>
                      <a:pt x="123818" y="148984"/>
                    </a:lnTo>
                    <a:lnTo>
                      <a:pt x="123483" y="152675"/>
                    </a:lnTo>
                    <a:lnTo>
                      <a:pt x="120631" y="159553"/>
                    </a:lnTo>
                    <a:lnTo>
                      <a:pt x="115430" y="164587"/>
                    </a:lnTo>
                    <a:lnTo>
                      <a:pt x="108719" y="167439"/>
                    </a:lnTo>
                    <a:lnTo>
                      <a:pt x="104860" y="167774"/>
                    </a:lnTo>
                    <a:lnTo>
                      <a:pt x="31543" y="167774"/>
                    </a:lnTo>
                    <a:lnTo>
                      <a:pt x="27684" y="167439"/>
                    </a:lnTo>
                    <a:lnTo>
                      <a:pt x="20805" y="164587"/>
                    </a:lnTo>
                    <a:lnTo>
                      <a:pt x="15772" y="159553"/>
                    </a:lnTo>
                    <a:lnTo>
                      <a:pt x="12920" y="152675"/>
                    </a:lnTo>
                    <a:lnTo>
                      <a:pt x="12584" y="148984"/>
                    </a:lnTo>
                    <a:close/>
                    <a:moveTo>
                      <a:pt x="120631" y="51339"/>
                    </a:moveTo>
                    <a:lnTo>
                      <a:pt x="119624" y="49829"/>
                    </a:lnTo>
                    <a:lnTo>
                      <a:pt x="118282" y="48487"/>
                    </a:lnTo>
                    <a:lnTo>
                      <a:pt x="88921" y="18287"/>
                    </a:lnTo>
                    <a:lnTo>
                      <a:pt x="87579" y="16945"/>
                    </a:lnTo>
                    <a:lnTo>
                      <a:pt x="86069" y="15771"/>
                    </a:lnTo>
                    <a:lnTo>
                      <a:pt x="86069" y="47145"/>
                    </a:lnTo>
                    <a:lnTo>
                      <a:pt x="86237" y="48822"/>
                    </a:lnTo>
                    <a:lnTo>
                      <a:pt x="88418" y="51171"/>
                    </a:lnTo>
                    <a:lnTo>
                      <a:pt x="90264" y="51339"/>
                    </a:lnTo>
                    <a:close/>
                    <a:moveTo>
                      <a:pt x="31543" y="0"/>
                    </a:moveTo>
                    <a:lnTo>
                      <a:pt x="28187" y="168"/>
                    </a:lnTo>
                    <a:lnTo>
                      <a:pt x="22147" y="1342"/>
                    </a:lnTo>
                    <a:lnTo>
                      <a:pt x="16443" y="3691"/>
                    </a:lnTo>
                    <a:lnTo>
                      <a:pt x="11410" y="7214"/>
                    </a:lnTo>
                    <a:lnTo>
                      <a:pt x="7215" y="11409"/>
                    </a:lnTo>
                    <a:lnTo>
                      <a:pt x="3692" y="16442"/>
                    </a:lnTo>
                    <a:lnTo>
                      <a:pt x="1343" y="22146"/>
                    </a:lnTo>
                    <a:lnTo>
                      <a:pt x="169" y="28186"/>
                    </a:lnTo>
                    <a:lnTo>
                      <a:pt x="1" y="31542"/>
                    </a:lnTo>
                    <a:lnTo>
                      <a:pt x="1" y="148984"/>
                    </a:lnTo>
                    <a:lnTo>
                      <a:pt x="169" y="152171"/>
                    </a:lnTo>
                    <a:lnTo>
                      <a:pt x="1343" y="158211"/>
                    </a:lnTo>
                    <a:lnTo>
                      <a:pt x="3692" y="163915"/>
                    </a:lnTo>
                    <a:lnTo>
                      <a:pt x="7215" y="168949"/>
                    </a:lnTo>
                    <a:lnTo>
                      <a:pt x="11410" y="173143"/>
                    </a:lnTo>
                    <a:lnTo>
                      <a:pt x="16443" y="176666"/>
                    </a:lnTo>
                    <a:lnTo>
                      <a:pt x="22147" y="179015"/>
                    </a:lnTo>
                    <a:lnTo>
                      <a:pt x="28187" y="180190"/>
                    </a:lnTo>
                    <a:lnTo>
                      <a:pt x="31543" y="180357"/>
                    </a:lnTo>
                    <a:lnTo>
                      <a:pt x="104860" y="180357"/>
                    </a:lnTo>
                    <a:lnTo>
                      <a:pt x="108048" y="180190"/>
                    </a:lnTo>
                    <a:lnTo>
                      <a:pt x="114255" y="179015"/>
                    </a:lnTo>
                    <a:lnTo>
                      <a:pt x="119960" y="176666"/>
                    </a:lnTo>
                    <a:lnTo>
                      <a:pt x="124825" y="173143"/>
                    </a:lnTo>
                    <a:lnTo>
                      <a:pt x="129187" y="168949"/>
                    </a:lnTo>
                    <a:lnTo>
                      <a:pt x="132543" y="163915"/>
                    </a:lnTo>
                    <a:lnTo>
                      <a:pt x="134891" y="158211"/>
                    </a:lnTo>
                    <a:lnTo>
                      <a:pt x="136234" y="152171"/>
                    </a:lnTo>
                    <a:lnTo>
                      <a:pt x="136401" y="148984"/>
                    </a:lnTo>
                    <a:lnTo>
                      <a:pt x="136401" y="61573"/>
                    </a:lnTo>
                    <a:lnTo>
                      <a:pt x="136234" y="58553"/>
                    </a:lnTo>
                    <a:lnTo>
                      <a:pt x="135059" y="52681"/>
                    </a:lnTo>
                    <a:lnTo>
                      <a:pt x="132710" y="46977"/>
                    </a:lnTo>
                    <a:lnTo>
                      <a:pt x="129355" y="41944"/>
                    </a:lnTo>
                    <a:lnTo>
                      <a:pt x="127342" y="39595"/>
                    </a:lnTo>
                    <a:lnTo>
                      <a:pt x="97813" y="9395"/>
                    </a:lnTo>
                    <a:lnTo>
                      <a:pt x="95632" y="7214"/>
                    </a:lnTo>
                    <a:lnTo>
                      <a:pt x="90431" y="3691"/>
                    </a:lnTo>
                    <a:lnTo>
                      <a:pt x="84727" y="1342"/>
                    </a:lnTo>
                    <a:lnTo>
                      <a:pt x="78519" y="168"/>
                    </a:lnTo>
                    <a:lnTo>
                      <a:pt x="75332" y="0"/>
                    </a:lnTo>
                    <a:close/>
                  </a:path>
                </a:pathLst>
              </a:custGeom>
              <a:solidFill>
                <a:srgbClr val="FFFFFF"/>
              </a:solidFill>
              <a:ln>
                <a:noFill/>
              </a:ln>
            </p:spPr>
            <p:txBody>
              <a:bodyPr anchorCtr="0" anchor="ctr" bIns="0" lIns="0" spcFirstLastPara="1" rIns="0" wrap="square" tIns="0">
                <a:noAutofit/>
              </a:bodyPr>
              <a:lstStyle/>
              <a:p>
                <a:pPr indent="0" lvl="0" marL="0" marR="0" rtl="0" algn="l">
                  <a:spcBef>
                    <a:spcPts val="0"/>
                  </a:spcBef>
                  <a:spcAft>
                    <a:spcPts val="0"/>
                  </a:spcAft>
                  <a:buClr>
                    <a:srgbClr val="252525"/>
                  </a:buClr>
                  <a:buSzPts val="1100"/>
                  <a:buFont typeface="Arial"/>
                  <a:buNone/>
                </a:pPr>
                <a:r>
                  <a:t/>
                </a:r>
                <a:endParaRPr sz="1100">
                  <a:solidFill>
                    <a:srgbClr val="FFFFFF"/>
                  </a:solidFill>
                  <a:latin typeface="Arial"/>
                  <a:ea typeface="Arial"/>
                  <a:cs typeface="Arial"/>
                  <a:sym typeface="Arial"/>
                </a:endParaRPr>
              </a:p>
            </p:txBody>
          </p:sp>
          <p:sp>
            <p:nvSpPr>
              <p:cNvPr id="169" name="Google Shape;169;p19"/>
              <p:cNvSpPr/>
              <p:nvPr/>
            </p:nvSpPr>
            <p:spPr>
              <a:xfrm>
                <a:off x="1714900" y="2704400"/>
                <a:ext cx="3514900" cy="1572900"/>
              </a:xfrm>
              <a:custGeom>
                <a:rect b="b" l="l" r="r" t="t"/>
                <a:pathLst>
                  <a:path extrusionOk="0" h="62916" w="140596">
                    <a:moveTo>
                      <a:pt x="14765" y="0"/>
                    </a:moveTo>
                    <a:lnTo>
                      <a:pt x="11745" y="168"/>
                    </a:lnTo>
                    <a:lnTo>
                      <a:pt x="6376" y="2349"/>
                    </a:lnTo>
                    <a:lnTo>
                      <a:pt x="2350" y="6376"/>
                    </a:lnTo>
                    <a:lnTo>
                      <a:pt x="169" y="11577"/>
                    </a:lnTo>
                    <a:lnTo>
                      <a:pt x="1" y="14597"/>
                    </a:lnTo>
                    <a:lnTo>
                      <a:pt x="1" y="48151"/>
                    </a:lnTo>
                    <a:lnTo>
                      <a:pt x="169" y="51171"/>
                    </a:lnTo>
                    <a:lnTo>
                      <a:pt x="2350" y="56372"/>
                    </a:lnTo>
                    <a:lnTo>
                      <a:pt x="6376" y="60399"/>
                    </a:lnTo>
                    <a:lnTo>
                      <a:pt x="11745" y="62580"/>
                    </a:lnTo>
                    <a:lnTo>
                      <a:pt x="14765" y="62916"/>
                    </a:lnTo>
                    <a:lnTo>
                      <a:pt x="125831" y="62916"/>
                    </a:lnTo>
                    <a:lnTo>
                      <a:pt x="128851" y="62580"/>
                    </a:lnTo>
                    <a:lnTo>
                      <a:pt x="134052" y="60399"/>
                    </a:lnTo>
                    <a:lnTo>
                      <a:pt x="138079" y="56372"/>
                    </a:lnTo>
                    <a:lnTo>
                      <a:pt x="140260" y="51171"/>
                    </a:lnTo>
                    <a:lnTo>
                      <a:pt x="140596" y="48151"/>
                    </a:lnTo>
                    <a:lnTo>
                      <a:pt x="140596" y="14597"/>
                    </a:lnTo>
                    <a:lnTo>
                      <a:pt x="140260" y="11577"/>
                    </a:lnTo>
                    <a:lnTo>
                      <a:pt x="138079" y="6376"/>
                    </a:lnTo>
                    <a:lnTo>
                      <a:pt x="134052" y="2349"/>
                    </a:lnTo>
                    <a:lnTo>
                      <a:pt x="128851" y="168"/>
                    </a:lnTo>
                    <a:lnTo>
                      <a:pt x="125831"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00"/>
                  <a:buFont typeface="Arial"/>
                  <a:buNone/>
                </a:pPr>
                <a:r>
                  <a:rPr b="1" lang="en" sz="300">
                    <a:solidFill>
                      <a:srgbClr val="FFFFFF"/>
                    </a:solidFill>
                  </a:rPr>
                  <a:t>IMAGE</a:t>
                </a:r>
                <a:endParaRPr sz="900">
                  <a:solidFill>
                    <a:srgbClr val="FFFFFF"/>
                  </a:solidFill>
                  <a:latin typeface="Arial"/>
                  <a:ea typeface="Arial"/>
                  <a:cs typeface="Arial"/>
                  <a:sym typeface="Arial"/>
                </a:endParaRPr>
              </a:p>
            </p:txBody>
          </p:sp>
        </p:grpSp>
        <p:grpSp>
          <p:nvGrpSpPr>
            <p:cNvPr id="170" name="Google Shape;170;p19"/>
            <p:cNvGrpSpPr/>
            <p:nvPr/>
          </p:nvGrpSpPr>
          <p:grpSpPr>
            <a:xfrm>
              <a:off x="4485781" y="3822975"/>
              <a:ext cx="216714" cy="186205"/>
              <a:chOff x="4485781" y="3822975"/>
              <a:chExt cx="216714" cy="186205"/>
            </a:xfrm>
          </p:grpSpPr>
          <p:sp>
            <p:nvSpPr>
              <p:cNvPr id="171" name="Google Shape;171;p19"/>
              <p:cNvSpPr/>
              <p:nvPr/>
            </p:nvSpPr>
            <p:spPr>
              <a:xfrm>
                <a:off x="4522757" y="3822975"/>
                <a:ext cx="179739" cy="186205"/>
              </a:xfrm>
              <a:custGeom>
                <a:rect b="b" l="l" r="r" t="t"/>
                <a:pathLst>
                  <a:path extrusionOk="0" h="295563" w="256770">
                    <a:moveTo>
                      <a:pt x="128385" y="0"/>
                    </a:moveTo>
                    <a:cubicBezTo>
                      <a:pt x="64562" y="0"/>
                      <a:pt x="0" y="19304"/>
                      <a:pt x="0" y="56249"/>
                    </a:cubicBezTo>
                    <a:lnTo>
                      <a:pt x="0" y="239314"/>
                    </a:lnTo>
                    <a:cubicBezTo>
                      <a:pt x="0" y="276260"/>
                      <a:pt x="64655" y="295564"/>
                      <a:pt x="128385" y="295564"/>
                    </a:cubicBezTo>
                    <a:cubicBezTo>
                      <a:pt x="192116" y="295564"/>
                      <a:pt x="256771" y="276260"/>
                      <a:pt x="256771" y="239314"/>
                    </a:cubicBezTo>
                    <a:lnTo>
                      <a:pt x="256771" y="56249"/>
                    </a:lnTo>
                    <a:cubicBezTo>
                      <a:pt x="256771" y="19304"/>
                      <a:pt x="192209" y="0"/>
                      <a:pt x="128385" y="0"/>
                    </a:cubicBezTo>
                    <a:close/>
                    <a:moveTo>
                      <a:pt x="41841" y="257325"/>
                    </a:moveTo>
                    <a:cubicBezTo>
                      <a:pt x="29372" y="251506"/>
                      <a:pt x="22167" y="244764"/>
                      <a:pt x="22167" y="239314"/>
                    </a:cubicBezTo>
                    <a:lnTo>
                      <a:pt x="22167" y="217055"/>
                    </a:lnTo>
                    <a:cubicBezTo>
                      <a:pt x="28161" y="221293"/>
                      <a:pt x="34642" y="224796"/>
                      <a:pt x="41471" y="227492"/>
                    </a:cubicBezTo>
                    <a:close/>
                    <a:moveTo>
                      <a:pt x="41841" y="217701"/>
                    </a:moveTo>
                    <a:cubicBezTo>
                      <a:pt x="34660" y="214781"/>
                      <a:pt x="28012" y="210693"/>
                      <a:pt x="22167" y="205601"/>
                    </a:cubicBezTo>
                    <a:lnTo>
                      <a:pt x="22167" y="174475"/>
                    </a:lnTo>
                    <a:cubicBezTo>
                      <a:pt x="28183" y="178678"/>
                      <a:pt x="34660" y="182181"/>
                      <a:pt x="41471" y="184912"/>
                    </a:cubicBezTo>
                    <a:close/>
                    <a:moveTo>
                      <a:pt x="41841" y="175029"/>
                    </a:moveTo>
                    <a:cubicBezTo>
                      <a:pt x="34666" y="172138"/>
                      <a:pt x="28019" y="168081"/>
                      <a:pt x="22167" y="163022"/>
                    </a:cubicBezTo>
                    <a:lnTo>
                      <a:pt x="22167" y="132634"/>
                    </a:lnTo>
                    <a:cubicBezTo>
                      <a:pt x="28295" y="136895"/>
                      <a:pt x="34897" y="140429"/>
                      <a:pt x="41841" y="143164"/>
                    </a:cubicBezTo>
                    <a:close/>
                    <a:moveTo>
                      <a:pt x="41841" y="133188"/>
                    </a:moveTo>
                    <a:cubicBezTo>
                      <a:pt x="34672" y="130327"/>
                      <a:pt x="28024" y="126301"/>
                      <a:pt x="22167" y="121273"/>
                    </a:cubicBezTo>
                    <a:lnTo>
                      <a:pt x="22167" y="89408"/>
                    </a:lnTo>
                    <a:cubicBezTo>
                      <a:pt x="26817" y="92274"/>
                      <a:pt x="31699" y="94746"/>
                      <a:pt x="36761" y="96797"/>
                    </a:cubicBezTo>
                    <a:lnTo>
                      <a:pt x="41471" y="99106"/>
                    </a:lnTo>
                    <a:close/>
                    <a:moveTo>
                      <a:pt x="82943" y="269332"/>
                    </a:moveTo>
                    <a:cubicBezTo>
                      <a:pt x="71936" y="267598"/>
                      <a:pt x="61114" y="264845"/>
                      <a:pt x="50615" y="261112"/>
                    </a:cubicBezTo>
                    <a:lnTo>
                      <a:pt x="50615" y="230909"/>
                    </a:lnTo>
                    <a:cubicBezTo>
                      <a:pt x="61174" y="234329"/>
                      <a:pt x="71982" y="236924"/>
                      <a:pt x="82943" y="238668"/>
                    </a:cubicBezTo>
                    <a:close/>
                    <a:moveTo>
                      <a:pt x="82943" y="229431"/>
                    </a:moveTo>
                    <a:cubicBezTo>
                      <a:pt x="71943" y="227663"/>
                      <a:pt x="61124" y="224912"/>
                      <a:pt x="50615" y="221211"/>
                    </a:cubicBezTo>
                    <a:lnTo>
                      <a:pt x="50615" y="188145"/>
                    </a:lnTo>
                    <a:cubicBezTo>
                      <a:pt x="61157" y="191669"/>
                      <a:pt x="71968" y="194326"/>
                      <a:pt x="82943" y="196088"/>
                    </a:cubicBezTo>
                    <a:close/>
                    <a:moveTo>
                      <a:pt x="82943" y="186759"/>
                    </a:moveTo>
                    <a:cubicBezTo>
                      <a:pt x="71954" y="184979"/>
                      <a:pt x="61139" y="182258"/>
                      <a:pt x="50615" y="178631"/>
                    </a:cubicBezTo>
                    <a:lnTo>
                      <a:pt x="50615" y="146212"/>
                    </a:lnTo>
                    <a:cubicBezTo>
                      <a:pt x="61166" y="149614"/>
                      <a:pt x="71978" y="152147"/>
                      <a:pt x="82943" y="153785"/>
                    </a:cubicBezTo>
                    <a:close/>
                    <a:moveTo>
                      <a:pt x="82943" y="144641"/>
                    </a:moveTo>
                    <a:cubicBezTo>
                      <a:pt x="71957" y="142892"/>
                      <a:pt x="61142" y="140203"/>
                      <a:pt x="50615" y="136606"/>
                    </a:cubicBezTo>
                    <a:lnTo>
                      <a:pt x="50615" y="102616"/>
                    </a:lnTo>
                    <a:cubicBezTo>
                      <a:pt x="61116" y="106407"/>
                      <a:pt x="71935" y="109250"/>
                      <a:pt x="82943" y="111113"/>
                    </a:cubicBezTo>
                    <a:close/>
                    <a:moveTo>
                      <a:pt x="123767" y="272935"/>
                    </a:moveTo>
                    <a:cubicBezTo>
                      <a:pt x="112989" y="272805"/>
                      <a:pt x="102227" y="272065"/>
                      <a:pt x="91532" y="270718"/>
                    </a:cubicBezTo>
                    <a:lnTo>
                      <a:pt x="91532" y="239961"/>
                    </a:lnTo>
                    <a:cubicBezTo>
                      <a:pt x="102223" y="241345"/>
                      <a:pt x="112988" y="242086"/>
                      <a:pt x="123767" y="242177"/>
                    </a:cubicBezTo>
                    <a:close/>
                    <a:moveTo>
                      <a:pt x="123767" y="233033"/>
                    </a:moveTo>
                    <a:cubicBezTo>
                      <a:pt x="112988" y="232942"/>
                      <a:pt x="102223" y="232201"/>
                      <a:pt x="91532" y="230817"/>
                    </a:cubicBezTo>
                    <a:lnTo>
                      <a:pt x="91532" y="197289"/>
                    </a:lnTo>
                    <a:cubicBezTo>
                      <a:pt x="102223" y="198670"/>
                      <a:pt x="112988" y="199410"/>
                      <a:pt x="123767" y="199505"/>
                    </a:cubicBezTo>
                    <a:close/>
                    <a:moveTo>
                      <a:pt x="123767" y="190454"/>
                    </a:moveTo>
                    <a:cubicBezTo>
                      <a:pt x="112988" y="190286"/>
                      <a:pt x="102226" y="189514"/>
                      <a:pt x="91532" y="188145"/>
                    </a:cubicBezTo>
                    <a:lnTo>
                      <a:pt x="91532" y="155079"/>
                    </a:lnTo>
                    <a:cubicBezTo>
                      <a:pt x="102230" y="156384"/>
                      <a:pt x="112991" y="157093"/>
                      <a:pt x="123767" y="157203"/>
                    </a:cubicBezTo>
                    <a:close/>
                    <a:moveTo>
                      <a:pt x="123767" y="148059"/>
                    </a:moveTo>
                    <a:cubicBezTo>
                      <a:pt x="112991" y="147949"/>
                      <a:pt x="102230" y="147240"/>
                      <a:pt x="91532" y="145935"/>
                    </a:cubicBezTo>
                    <a:lnTo>
                      <a:pt x="91532" y="112499"/>
                    </a:lnTo>
                    <a:cubicBezTo>
                      <a:pt x="102214" y="113991"/>
                      <a:pt x="112982" y="114793"/>
                      <a:pt x="123767" y="114900"/>
                    </a:cubicBezTo>
                    <a:close/>
                    <a:moveTo>
                      <a:pt x="164869" y="270718"/>
                    </a:moveTo>
                    <a:cubicBezTo>
                      <a:pt x="154174" y="272065"/>
                      <a:pt x="143412" y="272805"/>
                      <a:pt x="132634" y="272935"/>
                    </a:cubicBezTo>
                    <a:lnTo>
                      <a:pt x="132634" y="242177"/>
                    </a:lnTo>
                    <a:cubicBezTo>
                      <a:pt x="143414" y="242086"/>
                      <a:pt x="154178" y="241345"/>
                      <a:pt x="164869" y="239961"/>
                    </a:cubicBezTo>
                    <a:close/>
                    <a:moveTo>
                      <a:pt x="164869" y="230817"/>
                    </a:moveTo>
                    <a:cubicBezTo>
                      <a:pt x="154178" y="232201"/>
                      <a:pt x="143414" y="232942"/>
                      <a:pt x="132634" y="233033"/>
                    </a:cubicBezTo>
                    <a:lnTo>
                      <a:pt x="132634" y="199505"/>
                    </a:lnTo>
                    <a:cubicBezTo>
                      <a:pt x="143414" y="199410"/>
                      <a:pt x="154178" y="198670"/>
                      <a:pt x="164869" y="197289"/>
                    </a:cubicBezTo>
                    <a:close/>
                    <a:moveTo>
                      <a:pt x="164869" y="188145"/>
                    </a:moveTo>
                    <a:cubicBezTo>
                      <a:pt x="154175" y="189514"/>
                      <a:pt x="143414" y="190286"/>
                      <a:pt x="132634" y="190454"/>
                    </a:cubicBezTo>
                    <a:lnTo>
                      <a:pt x="132634" y="157203"/>
                    </a:lnTo>
                    <a:cubicBezTo>
                      <a:pt x="143410" y="157093"/>
                      <a:pt x="154172" y="156384"/>
                      <a:pt x="164869" y="155079"/>
                    </a:cubicBezTo>
                    <a:close/>
                    <a:moveTo>
                      <a:pt x="164869" y="145935"/>
                    </a:moveTo>
                    <a:cubicBezTo>
                      <a:pt x="154172" y="147240"/>
                      <a:pt x="143410" y="147949"/>
                      <a:pt x="132634" y="148059"/>
                    </a:cubicBezTo>
                    <a:lnTo>
                      <a:pt x="132634" y="114900"/>
                    </a:lnTo>
                    <a:cubicBezTo>
                      <a:pt x="143419" y="114793"/>
                      <a:pt x="154187" y="113991"/>
                      <a:pt x="164869" y="112499"/>
                    </a:cubicBezTo>
                    <a:close/>
                    <a:moveTo>
                      <a:pt x="205971" y="261112"/>
                    </a:moveTo>
                    <a:cubicBezTo>
                      <a:pt x="195473" y="264845"/>
                      <a:pt x="184651" y="267598"/>
                      <a:pt x="173644" y="269332"/>
                    </a:cubicBezTo>
                    <a:lnTo>
                      <a:pt x="173644" y="238668"/>
                    </a:lnTo>
                    <a:cubicBezTo>
                      <a:pt x="184604" y="236924"/>
                      <a:pt x="195413" y="234329"/>
                      <a:pt x="205971" y="230909"/>
                    </a:cubicBezTo>
                    <a:close/>
                    <a:moveTo>
                      <a:pt x="205971" y="221211"/>
                    </a:moveTo>
                    <a:cubicBezTo>
                      <a:pt x="195463" y="224912"/>
                      <a:pt x="184643" y="227663"/>
                      <a:pt x="173644" y="229431"/>
                    </a:cubicBezTo>
                    <a:lnTo>
                      <a:pt x="173644" y="196088"/>
                    </a:lnTo>
                    <a:cubicBezTo>
                      <a:pt x="184618" y="194326"/>
                      <a:pt x="195429" y="191669"/>
                      <a:pt x="205971" y="188145"/>
                    </a:cubicBezTo>
                    <a:close/>
                    <a:moveTo>
                      <a:pt x="205971" y="178631"/>
                    </a:moveTo>
                    <a:cubicBezTo>
                      <a:pt x="195447" y="182259"/>
                      <a:pt x="184632" y="184979"/>
                      <a:pt x="173644" y="186759"/>
                    </a:cubicBezTo>
                    <a:lnTo>
                      <a:pt x="173644" y="153785"/>
                    </a:lnTo>
                    <a:cubicBezTo>
                      <a:pt x="184606" y="152138"/>
                      <a:pt x="195417" y="149605"/>
                      <a:pt x="205971" y="146212"/>
                    </a:cubicBezTo>
                    <a:close/>
                    <a:moveTo>
                      <a:pt x="205971" y="136606"/>
                    </a:moveTo>
                    <a:cubicBezTo>
                      <a:pt x="195444" y="140203"/>
                      <a:pt x="184629" y="142892"/>
                      <a:pt x="173644" y="144641"/>
                    </a:cubicBezTo>
                    <a:lnTo>
                      <a:pt x="173644" y="111113"/>
                    </a:lnTo>
                    <a:cubicBezTo>
                      <a:pt x="184652" y="109250"/>
                      <a:pt x="195470" y="106407"/>
                      <a:pt x="205971" y="102616"/>
                    </a:cubicBezTo>
                    <a:close/>
                    <a:moveTo>
                      <a:pt x="233680" y="239314"/>
                    </a:moveTo>
                    <a:cubicBezTo>
                      <a:pt x="233680" y="244856"/>
                      <a:pt x="226845" y="251506"/>
                      <a:pt x="214376" y="257325"/>
                    </a:cubicBezTo>
                    <a:lnTo>
                      <a:pt x="214376" y="227492"/>
                    </a:lnTo>
                    <a:cubicBezTo>
                      <a:pt x="221535" y="224887"/>
                      <a:pt x="228332" y="221379"/>
                      <a:pt x="234604" y="217055"/>
                    </a:cubicBezTo>
                    <a:close/>
                    <a:moveTo>
                      <a:pt x="233680" y="205601"/>
                    </a:moveTo>
                    <a:cubicBezTo>
                      <a:pt x="227947" y="210659"/>
                      <a:pt x="221427" y="214746"/>
                      <a:pt x="214376" y="217701"/>
                    </a:cubicBezTo>
                    <a:lnTo>
                      <a:pt x="214376" y="184912"/>
                    </a:lnTo>
                    <a:cubicBezTo>
                      <a:pt x="221540" y="182278"/>
                      <a:pt x="228337" y="178739"/>
                      <a:pt x="234604" y="174383"/>
                    </a:cubicBezTo>
                    <a:close/>
                    <a:moveTo>
                      <a:pt x="233680" y="162929"/>
                    </a:moveTo>
                    <a:cubicBezTo>
                      <a:pt x="227971" y="168019"/>
                      <a:pt x="221445" y="172109"/>
                      <a:pt x="214376" y="175029"/>
                    </a:cubicBezTo>
                    <a:lnTo>
                      <a:pt x="214376" y="143164"/>
                    </a:lnTo>
                    <a:cubicBezTo>
                      <a:pt x="221504" y="140449"/>
                      <a:pt x="228292" y="136915"/>
                      <a:pt x="234604" y="132634"/>
                    </a:cubicBezTo>
                    <a:close/>
                    <a:moveTo>
                      <a:pt x="233680" y="121181"/>
                    </a:moveTo>
                    <a:cubicBezTo>
                      <a:pt x="227964" y="126237"/>
                      <a:pt x="221438" y="130296"/>
                      <a:pt x="214376" y="133188"/>
                    </a:cubicBezTo>
                    <a:lnTo>
                      <a:pt x="214376" y="99106"/>
                    </a:lnTo>
                    <a:lnTo>
                      <a:pt x="218994" y="96797"/>
                    </a:lnTo>
                    <a:cubicBezTo>
                      <a:pt x="224095" y="94764"/>
                      <a:pt x="229008" y="92292"/>
                      <a:pt x="233680" y="89408"/>
                    </a:cubicBezTo>
                    <a:close/>
                    <a:moveTo>
                      <a:pt x="128385" y="89962"/>
                    </a:moveTo>
                    <a:cubicBezTo>
                      <a:pt x="63731" y="89962"/>
                      <a:pt x="22167" y="70012"/>
                      <a:pt x="22167" y="56249"/>
                    </a:cubicBezTo>
                    <a:cubicBezTo>
                      <a:pt x="22167" y="42487"/>
                      <a:pt x="63731" y="22537"/>
                      <a:pt x="128385" y="22537"/>
                    </a:cubicBezTo>
                    <a:cubicBezTo>
                      <a:pt x="193040" y="22537"/>
                      <a:pt x="234604" y="42487"/>
                      <a:pt x="234604" y="56249"/>
                    </a:cubicBezTo>
                    <a:cubicBezTo>
                      <a:pt x="234604" y="70012"/>
                      <a:pt x="193040" y="89962"/>
                      <a:pt x="128385" y="89962"/>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00">
                  <a:solidFill>
                    <a:srgbClr val="FFFFFF"/>
                  </a:solidFill>
                  <a:latin typeface="Arial"/>
                  <a:ea typeface="Arial"/>
                  <a:cs typeface="Arial"/>
                  <a:sym typeface="Arial"/>
                </a:endParaRPr>
              </a:p>
            </p:txBody>
          </p:sp>
          <p:sp>
            <p:nvSpPr>
              <p:cNvPr id="172" name="Google Shape;172;p19"/>
              <p:cNvSpPr/>
              <p:nvPr/>
            </p:nvSpPr>
            <p:spPr>
              <a:xfrm>
                <a:off x="4485781" y="3914297"/>
                <a:ext cx="145165" cy="64961"/>
              </a:xfrm>
              <a:custGeom>
                <a:rect b="b" l="l" r="r" t="t"/>
                <a:pathLst>
                  <a:path extrusionOk="0" h="62916" w="140596">
                    <a:moveTo>
                      <a:pt x="14765" y="0"/>
                    </a:moveTo>
                    <a:lnTo>
                      <a:pt x="11745" y="168"/>
                    </a:lnTo>
                    <a:lnTo>
                      <a:pt x="6376" y="2349"/>
                    </a:lnTo>
                    <a:lnTo>
                      <a:pt x="2350" y="6376"/>
                    </a:lnTo>
                    <a:lnTo>
                      <a:pt x="169" y="11577"/>
                    </a:lnTo>
                    <a:lnTo>
                      <a:pt x="1" y="14597"/>
                    </a:lnTo>
                    <a:lnTo>
                      <a:pt x="1" y="48151"/>
                    </a:lnTo>
                    <a:lnTo>
                      <a:pt x="169" y="51171"/>
                    </a:lnTo>
                    <a:lnTo>
                      <a:pt x="2350" y="56372"/>
                    </a:lnTo>
                    <a:lnTo>
                      <a:pt x="6376" y="60399"/>
                    </a:lnTo>
                    <a:lnTo>
                      <a:pt x="11745" y="62580"/>
                    </a:lnTo>
                    <a:lnTo>
                      <a:pt x="14765" y="62916"/>
                    </a:lnTo>
                    <a:lnTo>
                      <a:pt x="125831" y="62916"/>
                    </a:lnTo>
                    <a:lnTo>
                      <a:pt x="128851" y="62580"/>
                    </a:lnTo>
                    <a:lnTo>
                      <a:pt x="134052" y="60399"/>
                    </a:lnTo>
                    <a:lnTo>
                      <a:pt x="138079" y="56372"/>
                    </a:lnTo>
                    <a:lnTo>
                      <a:pt x="140260" y="51171"/>
                    </a:lnTo>
                    <a:lnTo>
                      <a:pt x="140596" y="48151"/>
                    </a:lnTo>
                    <a:lnTo>
                      <a:pt x="140596" y="14597"/>
                    </a:lnTo>
                    <a:lnTo>
                      <a:pt x="140260" y="11577"/>
                    </a:lnTo>
                    <a:lnTo>
                      <a:pt x="138079" y="6376"/>
                    </a:lnTo>
                    <a:lnTo>
                      <a:pt x="134052" y="2349"/>
                    </a:lnTo>
                    <a:lnTo>
                      <a:pt x="128851" y="168"/>
                    </a:lnTo>
                    <a:lnTo>
                      <a:pt x="125831" y="0"/>
                    </a:lnTo>
                    <a:close/>
                  </a:path>
                </a:pathLst>
              </a:custGeom>
              <a:solidFill>
                <a:srgbClr val="11567F"/>
              </a:solid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00"/>
                  <a:buFont typeface="Arial"/>
                  <a:buNone/>
                </a:pPr>
                <a:r>
                  <a:rPr b="1" lang="en" sz="300">
                    <a:solidFill>
                      <a:srgbClr val="FFFFFF"/>
                    </a:solidFill>
                  </a:rPr>
                  <a:t>STR</a:t>
                </a:r>
                <a:endParaRPr sz="300">
                  <a:solidFill>
                    <a:srgbClr val="FFFFFF"/>
                  </a:solidFill>
                  <a:latin typeface="Arial"/>
                  <a:ea typeface="Arial"/>
                  <a:cs typeface="Arial"/>
                  <a:sym typeface="Arial"/>
                </a:endParaRPr>
              </a:p>
            </p:txBody>
          </p:sp>
        </p:grpSp>
      </p:grpSp>
      <p:grpSp>
        <p:nvGrpSpPr>
          <p:cNvPr id="173" name="Google Shape;173;p19"/>
          <p:cNvGrpSpPr/>
          <p:nvPr/>
        </p:nvGrpSpPr>
        <p:grpSpPr>
          <a:xfrm>
            <a:off x="7754473" y="3952827"/>
            <a:ext cx="188033" cy="215891"/>
            <a:chOff x="1853392" y="179809"/>
            <a:chExt cx="249381" cy="286328"/>
          </a:xfrm>
        </p:grpSpPr>
        <p:sp>
          <p:nvSpPr>
            <p:cNvPr id="174" name="Google Shape;174;p19"/>
            <p:cNvSpPr/>
            <p:nvPr/>
          </p:nvSpPr>
          <p:spPr>
            <a:xfrm>
              <a:off x="1853392" y="179809"/>
              <a:ext cx="249381" cy="286328"/>
            </a:xfrm>
            <a:custGeom>
              <a:rect b="b" l="l" r="r" t="t"/>
              <a:pathLst>
                <a:path extrusionOk="0" h="286328" w="249381">
                  <a:moveTo>
                    <a:pt x="144180" y="1"/>
                  </a:moveTo>
                  <a:lnTo>
                    <a:pt x="105202" y="1"/>
                  </a:lnTo>
                  <a:cubicBezTo>
                    <a:pt x="68291" y="52"/>
                    <a:pt x="38382" y="29961"/>
                    <a:pt x="38331" y="66872"/>
                  </a:cubicBezTo>
                  <a:lnTo>
                    <a:pt x="38331" y="115825"/>
                  </a:lnTo>
                  <a:lnTo>
                    <a:pt x="37407" y="115825"/>
                  </a:lnTo>
                  <a:cubicBezTo>
                    <a:pt x="16733" y="115876"/>
                    <a:pt x="0" y="132650"/>
                    <a:pt x="0" y="153325"/>
                  </a:cubicBezTo>
                  <a:lnTo>
                    <a:pt x="0" y="248829"/>
                  </a:lnTo>
                  <a:cubicBezTo>
                    <a:pt x="0" y="269503"/>
                    <a:pt x="16733" y="286278"/>
                    <a:pt x="37407" y="286328"/>
                  </a:cubicBezTo>
                  <a:lnTo>
                    <a:pt x="212436" y="286328"/>
                  </a:lnTo>
                  <a:cubicBezTo>
                    <a:pt x="232930" y="286025"/>
                    <a:pt x="249384" y="269325"/>
                    <a:pt x="249382" y="248829"/>
                  </a:cubicBezTo>
                  <a:lnTo>
                    <a:pt x="249382" y="153325"/>
                  </a:lnTo>
                  <a:cubicBezTo>
                    <a:pt x="249384" y="132828"/>
                    <a:pt x="232930" y="116128"/>
                    <a:pt x="212436" y="115825"/>
                  </a:cubicBezTo>
                  <a:lnTo>
                    <a:pt x="211513" y="115825"/>
                  </a:lnTo>
                  <a:lnTo>
                    <a:pt x="211513" y="66872"/>
                  </a:lnTo>
                  <a:cubicBezTo>
                    <a:pt x="211462" y="29889"/>
                    <a:pt x="181441" y="-50"/>
                    <a:pt x="144458" y="0"/>
                  </a:cubicBezTo>
                  <a:cubicBezTo>
                    <a:pt x="144365" y="0"/>
                    <a:pt x="144272" y="1"/>
                    <a:pt x="144180" y="1"/>
                  </a:cubicBezTo>
                  <a:close/>
                  <a:moveTo>
                    <a:pt x="61052" y="66872"/>
                  </a:moveTo>
                  <a:cubicBezTo>
                    <a:pt x="61052" y="42285"/>
                    <a:pt x="80984" y="22353"/>
                    <a:pt x="105572" y="22353"/>
                  </a:cubicBezTo>
                  <a:lnTo>
                    <a:pt x="144549" y="22353"/>
                  </a:lnTo>
                  <a:cubicBezTo>
                    <a:pt x="169136" y="22353"/>
                    <a:pt x="189068" y="42285"/>
                    <a:pt x="189068" y="66872"/>
                  </a:cubicBezTo>
                  <a:lnTo>
                    <a:pt x="189068" y="115825"/>
                  </a:lnTo>
                  <a:lnTo>
                    <a:pt x="60683" y="115825"/>
                  </a:lnTo>
                  <a:close/>
                  <a:moveTo>
                    <a:pt x="212436" y="138546"/>
                  </a:moveTo>
                  <a:cubicBezTo>
                    <a:pt x="220802" y="138546"/>
                    <a:pt x="227584" y="145329"/>
                    <a:pt x="227584" y="153694"/>
                  </a:cubicBezTo>
                  <a:lnTo>
                    <a:pt x="227584" y="248829"/>
                  </a:lnTo>
                  <a:cubicBezTo>
                    <a:pt x="227584" y="257194"/>
                    <a:pt x="220802" y="263976"/>
                    <a:pt x="212436" y="263976"/>
                  </a:cubicBezTo>
                  <a:lnTo>
                    <a:pt x="37407" y="263976"/>
                  </a:lnTo>
                  <a:cubicBezTo>
                    <a:pt x="29041" y="263976"/>
                    <a:pt x="22260" y="257194"/>
                    <a:pt x="22260" y="248829"/>
                  </a:cubicBezTo>
                  <a:lnTo>
                    <a:pt x="22260" y="153325"/>
                  </a:lnTo>
                  <a:cubicBezTo>
                    <a:pt x="22460" y="145103"/>
                    <a:pt x="29184" y="138544"/>
                    <a:pt x="37407" y="138546"/>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400"/>
                <a:buFont typeface="Arial"/>
                <a:buNone/>
              </a:pPr>
              <a:r>
                <a:t/>
              </a:r>
              <a:endParaRPr sz="1400">
                <a:solidFill>
                  <a:srgbClr val="262626"/>
                </a:solidFill>
                <a:latin typeface="Arial"/>
                <a:ea typeface="Arial"/>
                <a:cs typeface="Arial"/>
                <a:sym typeface="Arial"/>
              </a:endParaRPr>
            </a:p>
          </p:txBody>
        </p:sp>
        <p:sp>
          <p:nvSpPr>
            <p:cNvPr id="175" name="Google Shape;175;p19"/>
            <p:cNvSpPr/>
            <p:nvPr/>
          </p:nvSpPr>
          <p:spPr>
            <a:xfrm>
              <a:off x="1951851" y="344863"/>
              <a:ext cx="50892" cy="72044"/>
            </a:xfrm>
            <a:custGeom>
              <a:rect b="b" l="l" r="r" t="t"/>
              <a:pathLst>
                <a:path extrusionOk="0" h="72044" w="50892">
                  <a:moveTo>
                    <a:pt x="25492" y="72044"/>
                  </a:moveTo>
                  <a:cubicBezTo>
                    <a:pt x="39437" y="71846"/>
                    <a:pt x="50694" y="60589"/>
                    <a:pt x="50892" y="46644"/>
                  </a:cubicBezTo>
                  <a:lnTo>
                    <a:pt x="50892" y="25401"/>
                  </a:lnTo>
                  <a:cubicBezTo>
                    <a:pt x="50792" y="11415"/>
                    <a:pt x="39478" y="101"/>
                    <a:pt x="25492" y="1"/>
                  </a:cubicBezTo>
                  <a:cubicBezTo>
                    <a:pt x="11551" y="-102"/>
                    <a:pt x="152" y="11090"/>
                    <a:pt x="0" y="25031"/>
                  </a:cubicBezTo>
                  <a:lnTo>
                    <a:pt x="0" y="46644"/>
                  </a:lnTo>
                  <a:cubicBezTo>
                    <a:pt x="0" y="60673"/>
                    <a:pt x="11372" y="72044"/>
                    <a:pt x="25400" y="72044"/>
                  </a:cubicBezTo>
                  <a:cubicBezTo>
                    <a:pt x="25430" y="72044"/>
                    <a:pt x="25462" y="72044"/>
                    <a:pt x="25492" y="72044"/>
                  </a:cubicBezTo>
                  <a:close/>
                  <a:moveTo>
                    <a:pt x="17826" y="25401"/>
                  </a:moveTo>
                  <a:lnTo>
                    <a:pt x="17826" y="25401"/>
                  </a:lnTo>
                  <a:cubicBezTo>
                    <a:pt x="17974" y="21362"/>
                    <a:pt x="21267" y="18150"/>
                    <a:pt x="25308" y="18104"/>
                  </a:cubicBezTo>
                  <a:lnTo>
                    <a:pt x="25308" y="18104"/>
                  </a:lnTo>
                  <a:cubicBezTo>
                    <a:pt x="29449" y="18202"/>
                    <a:pt x="32784" y="21536"/>
                    <a:pt x="32881" y="25678"/>
                  </a:cubicBezTo>
                  <a:lnTo>
                    <a:pt x="32881" y="46829"/>
                  </a:lnTo>
                  <a:cubicBezTo>
                    <a:pt x="32786" y="50987"/>
                    <a:pt x="29464" y="54349"/>
                    <a:pt x="25308" y="54495"/>
                  </a:cubicBezTo>
                  <a:cubicBezTo>
                    <a:pt x="21124" y="54495"/>
                    <a:pt x="17734" y="51105"/>
                    <a:pt x="17734" y="46921"/>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2525"/>
                </a:buClr>
                <a:buSzPts val="1400"/>
                <a:buFont typeface="Arial"/>
                <a:buNone/>
              </a:pPr>
              <a:r>
                <a:t/>
              </a:r>
              <a:endParaRPr sz="1400">
                <a:solidFill>
                  <a:srgbClr val="262626"/>
                </a:solidFill>
                <a:latin typeface="Arial"/>
                <a:ea typeface="Arial"/>
                <a:cs typeface="Arial"/>
                <a:sym typeface="Arial"/>
              </a:endParaRPr>
            </a:p>
          </p:txBody>
        </p:sp>
      </p:grpSp>
      <p:pic>
        <p:nvPicPr>
          <p:cNvPr id="176" name="Google Shape;176;p19"/>
          <p:cNvPicPr preferRelativeResize="0"/>
          <p:nvPr/>
        </p:nvPicPr>
        <p:blipFill rotWithShape="1">
          <a:blip r:embed="rId28">
            <a:alphaModFix/>
          </a:blip>
          <a:srcRect b="0" l="0" r="0" t="0"/>
          <a:stretch/>
        </p:blipFill>
        <p:spPr>
          <a:xfrm>
            <a:off x="4011951" y="4871013"/>
            <a:ext cx="627027" cy="160500"/>
          </a:xfrm>
          <a:prstGeom prst="rect">
            <a:avLst/>
          </a:prstGeom>
          <a:noFill/>
          <a:ln>
            <a:noFill/>
          </a:ln>
        </p:spPr>
      </p:pic>
      <p:sp>
        <p:nvSpPr>
          <p:cNvPr id="177" name="Google Shape;177;p19"/>
          <p:cNvSpPr txBox="1"/>
          <p:nvPr/>
        </p:nvSpPr>
        <p:spPr>
          <a:xfrm>
            <a:off x="291697" y="0"/>
            <a:ext cx="8344800" cy="5487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1000"/>
              </a:spcAft>
              <a:buNone/>
            </a:pPr>
            <a:r>
              <a:rPr b="1" lang="en" sz="2100">
                <a:solidFill>
                  <a:srgbClr val="262626"/>
                </a:solidFill>
              </a:rPr>
              <a:t>Snowflake Cortex AI is </a:t>
            </a:r>
            <a:r>
              <a:rPr b="1" lang="en" sz="2100">
                <a:solidFill>
                  <a:srgbClr val="29B5E8"/>
                </a:solidFill>
              </a:rPr>
              <a:t>Easy, Connected, Trusted</a:t>
            </a:r>
            <a:endParaRPr b="1" sz="2100">
              <a:solidFill>
                <a:srgbClr val="262626"/>
              </a:solidFill>
            </a:endParaRPr>
          </a:p>
        </p:txBody>
      </p:sp>
      <p:sp>
        <p:nvSpPr>
          <p:cNvPr id="178" name="Google Shape;178;p19"/>
          <p:cNvSpPr txBox="1"/>
          <p:nvPr/>
        </p:nvSpPr>
        <p:spPr>
          <a:xfrm>
            <a:off x="3086900" y="1164775"/>
            <a:ext cx="1931100" cy="461700"/>
          </a:xfrm>
          <a:prstGeom prst="rect">
            <a:avLst/>
          </a:prstGeom>
          <a:noFill/>
          <a:ln cap="flat" cmpd="sng" w="28575">
            <a:solidFill>
              <a:srgbClr val="FF99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179" name="Google Shape;179;p19"/>
          <p:cNvSpPr txBox="1"/>
          <p:nvPr/>
        </p:nvSpPr>
        <p:spPr>
          <a:xfrm>
            <a:off x="1082925" y="2034200"/>
            <a:ext cx="1931100" cy="461700"/>
          </a:xfrm>
          <a:prstGeom prst="rect">
            <a:avLst/>
          </a:prstGeom>
          <a:noFill/>
          <a:ln cap="flat" cmpd="sng" w="28575">
            <a:solidFill>
              <a:srgbClr val="FF99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180" name="Google Shape;180;p19"/>
          <p:cNvSpPr txBox="1"/>
          <p:nvPr/>
        </p:nvSpPr>
        <p:spPr>
          <a:xfrm>
            <a:off x="3084025" y="2044075"/>
            <a:ext cx="1931100" cy="461700"/>
          </a:xfrm>
          <a:prstGeom prst="rect">
            <a:avLst/>
          </a:prstGeom>
          <a:noFill/>
          <a:ln cap="flat" cmpd="sng" w="28575">
            <a:solidFill>
              <a:srgbClr val="FF99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0"/>
          <p:cNvSpPr txBox="1"/>
          <p:nvPr/>
        </p:nvSpPr>
        <p:spPr>
          <a:xfrm>
            <a:off x="365750" y="82267"/>
            <a:ext cx="8344800" cy="365700"/>
          </a:xfrm>
          <a:prstGeom prst="rect">
            <a:avLst/>
          </a:prstGeom>
          <a:noFill/>
          <a:ln>
            <a:noFill/>
          </a:ln>
        </p:spPr>
        <p:txBody>
          <a:bodyPr anchorCtr="0" anchor="t" bIns="91425" lIns="91425" spcFirstLastPara="1" rIns="91425" wrap="square" tIns="91425">
            <a:noAutofit/>
          </a:bodyPr>
          <a:lstStyle/>
          <a:p>
            <a:pPr indent="0" lvl="0" marL="0" rtl="0" algn="l">
              <a:lnSpc>
                <a:spcPct val="85000"/>
              </a:lnSpc>
              <a:spcBef>
                <a:spcPts val="0"/>
              </a:spcBef>
              <a:spcAft>
                <a:spcPts val="0"/>
              </a:spcAft>
              <a:buClr>
                <a:schemeClr val="dk1"/>
              </a:buClr>
              <a:buSzPts val="1100"/>
              <a:buFont typeface="Arial"/>
              <a:buNone/>
            </a:pPr>
            <a:r>
              <a:rPr lang="en" sz="2800">
                <a:solidFill>
                  <a:schemeClr val="dk1"/>
                </a:solidFill>
              </a:rPr>
              <a:t>How does Cortex Analyst work?</a:t>
            </a:r>
            <a:endParaRPr b="1" sz="2600">
              <a:solidFill>
                <a:srgbClr val="262626"/>
              </a:solidFill>
            </a:endParaRPr>
          </a:p>
        </p:txBody>
      </p:sp>
      <p:sp>
        <p:nvSpPr>
          <p:cNvPr id="186" name="Google Shape;186;p20"/>
          <p:cNvSpPr/>
          <p:nvPr/>
        </p:nvSpPr>
        <p:spPr>
          <a:xfrm>
            <a:off x="3590260" y="3806893"/>
            <a:ext cx="4140900" cy="683400"/>
          </a:xfrm>
          <a:prstGeom prst="roundRect">
            <a:avLst>
              <a:gd fmla="val 50000" name="adj"/>
            </a:avLst>
          </a:prstGeom>
          <a:noFill/>
          <a:ln cap="flat" cmpd="sng" w="28575">
            <a:solidFill>
              <a:srgbClr val="29B5E8"/>
            </a:solidFill>
            <a:prstDash val="solid"/>
            <a:round/>
            <a:headEnd len="sm" w="sm" type="none"/>
            <a:tailEnd len="sm" w="sm" type="none"/>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None/>
            </a:pPr>
            <a:r>
              <a:t/>
            </a:r>
            <a:endParaRPr b="0" i="0" sz="700" u="none" cap="none" strike="noStrike">
              <a:solidFill>
                <a:srgbClr val="FFFFFF"/>
              </a:solidFill>
              <a:latin typeface="Arial"/>
              <a:ea typeface="Arial"/>
              <a:cs typeface="Arial"/>
              <a:sym typeface="Arial"/>
            </a:endParaRPr>
          </a:p>
        </p:txBody>
      </p:sp>
      <p:sp>
        <p:nvSpPr>
          <p:cNvPr id="187" name="Google Shape;187;p20"/>
          <p:cNvSpPr/>
          <p:nvPr/>
        </p:nvSpPr>
        <p:spPr>
          <a:xfrm>
            <a:off x="1340323" y="2900474"/>
            <a:ext cx="4140900" cy="683400"/>
          </a:xfrm>
          <a:prstGeom prst="roundRect">
            <a:avLst>
              <a:gd fmla="val 50000" name="adj"/>
            </a:avLst>
          </a:prstGeom>
          <a:noFill/>
          <a:ln cap="flat" cmpd="sng" w="28575">
            <a:solidFill>
              <a:srgbClr val="29B5E8"/>
            </a:solidFill>
            <a:prstDash val="solid"/>
            <a:round/>
            <a:headEnd len="sm" w="sm" type="none"/>
            <a:tailEnd len="sm" w="sm" type="none"/>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None/>
            </a:pPr>
            <a:r>
              <a:t/>
            </a:r>
            <a:endParaRPr b="0" i="0" sz="700" u="none" cap="none" strike="noStrike">
              <a:solidFill>
                <a:srgbClr val="FFFFFF"/>
              </a:solidFill>
              <a:latin typeface="Arial"/>
              <a:ea typeface="Arial"/>
              <a:cs typeface="Arial"/>
              <a:sym typeface="Arial"/>
            </a:endParaRPr>
          </a:p>
        </p:txBody>
      </p:sp>
      <p:sp>
        <p:nvSpPr>
          <p:cNvPr id="188" name="Google Shape;188;p20"/>
          <p:cNvSpPr/>
          <p:nvPr/>
        </p:nvSpPr>
        <p:spPr>
          <a:xfrm>
            <a:off x="3569554" y="1989456"/>
            <a:ext cx="4140900" cy="683400"/>
          </a:xfrm>
          <a:prstGeom prst="roundRect">
            <a:avLst>
              <a:gd fmla="val 50000" name="adj"/>
            </a:avLst>
          </a:prstGeom>
          <a:noFill/>
          <a:ln cap="flat" cmpd="sng" w="28575">
            <a:solidFill>
              <a:srgbClr val="29B5E8"/>
            </a:solidFill>
            <a:prstDash val="solid"/>
            <a:round/>
            <a:headEnd len="sm" w="sm" type="none"/>
            <a:tailEnd len="sm" w="sm" type="none"/>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None/>
            </a:pPr>
            <a:r>
              <a:t/>
            </a:r>
            <a:endParaRPr b="0" i="0" sz="700" u="none" cap="none" strike="noStrike">
              <a:solidFill>
                <a:srgbClr val="FFFFFF"/>
              </a:solidFill>
              <a:latin typeface="Arial"/>
              <a:ea typeface="Arial"/>
              <a:cs typeface="Arial"/>
              <a:sym typeface="Arial"/>
            </a:endParaRPr>
          </a:p>
        </p:txBody>
      </p:sp>
      <p:sp>
        <p:nvSpPr>
          <p:cNvPr id="189" name="Google Shape;189;p20"/>
          <p:cNvSpPr/>
          <p:nvPr/>
        </p:nvSpPr>
        <p:spPr>
          <a:xfrm>
            <a:off x="1319617" y="1094828"/>
            <a:ext cx="4140900" cy="683400"/>
          </a:xfrm>
          <a:prstGeom prst="roundRect">
            <a:avLst>
              <a:gd fmla="val 50000" name="adj"/>
            </a:avLst>
          </a:prstGeom>
          <a:noFill/>
          <a:ln cap="flat" cmpd="sng" w="28575">
            <a:solidFill>
              <a:srgbClr val="29B5E8"/>
            </a:solidFill>
            <a:prstDash val="solid"/>
            <a:round/>
            <a:headEnd len="sm" w="sm" type="none"/>
            <a:tailEnd len="sm" w="sm" type="none"/>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None/>
            </a:pPr>
            <a:r>
              <a:t/>
            </a:r>
            <a:endParaRPr b="0" i="0" sz="700" u="none" cap="none" strike="noStrike">
              <a:solidFill>
                <a:srgbClr val="FFFFFF"/>
              </a:solidFill>
              <a:latin typeface="Arial"/>
              <a:ea typeface="Arial"/>
              <a:cs typeface="Arial"/>
              <a:sym typeface="Arial"/>
            </a:endParaRPr>
          </a:p>
        </p:txBody>
      </p:sp>
      <p:sp>
        <p:nvSpPr>
          <p:cNvPr id="190" name="Google Shape;190;p20"/>
          <p:cNvSpPr/>
          <p:nvPr/>
        </p:nvSpPr>
        <p:spPr>
          <a:xfrm>
            <a:off x="7036482" y="3799992"/>
            <a:ext cx="700500" cy="700500"/>
          </a:xfrm>
          <a:prstGeom prst="ellipse">
            <a:avLst/>
          </a:prstGeom>
          <a:solidFill>
            <a:srgbClr val="11577F"/>
          </a:solidFill>
          <a:ln>
            <a:noFill/>
          </a:ln>
          <a:effectLst>
            <a:outerShdw blurRad="279400" sx="89000" rotWithShape="0" algn="ctr" dir="4860000" dist="38100" sy="89000">
              <a:srgbClr val="000000">
                <a:alpha val="18820"/>
              </a:srgbClr>
            </a:outerShdw>
          </a:effectLst>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None/>
            </a:pPr>
            <a:r>
              <a:t/>
            </a:r>
            <a:endParaRPr b="0" i="0" sz="700" u="none" cap="none" strike="noStrike">
              <a:solidFill>
                <a:srgbClr val="FFFFFF"/>
              </a:solidFill>
              <a:latin typeface="Arial"/>
              <a:ea typeface="Arial"/>
              <a:cs typeface="Arial"/>
              <a:sym typeface="Arial"/>
            </a:endParaRPr>
          </a:p>
        </p:txBody>
      </p:sp>
      <p:sp>
        <p:nvSpPr>
          <p:cNvPr id="191" name="Google Shape;191;p20"/>
          <p:cNvSpPr/>
          <p:nvPr/>
        </p:nvSpPr>
        <p:spPr>
          <a:xfrm>
            <a:off x="7015777" y="1982555"/>
            <a:ext cx="700500" cy="700500"/>
          </a:xfrm>
          <a:prstGeom prst="ellipse">
            <a:avLst/>
          </a:prstGeom>
          <a:solidFill>
            <a:srgbClr val="11577F"/>
          </a:solidFill>
          <a:ln>
            <a:noFill/>
          </a:ln>
          <a:effectLst>
            <a:outerShdw blurRad="279400" sx="89000" rotWithShape="0" algn="ctr" dir="4860000" dist="38100" sy="89000">
              <a:srgbClr val="000000">
                <a:alpha val="18820"/>
              </a:srgbClr>
            </a:outerShdw>
          </a:effectLst>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None/>
            </a:pPr>
            <a:r>
              <a:t/>
            </a:r>
            <a:endParaRPr b="0" i="0" sz="700" u="none" cap="none" strike="noStrike">
              <a:solidFill>
                <a:srgbClr val="FFFFFF"/>
              </a:solidFill>
              <a:latin typeface="Arial"/>
              <a:ea typeface="Arial"/>
              <a:cs typeface="Arial"/>
              <a:sym typeface="Arial"/>
            </a:endParaRPr>
          </a:p>
        </p:txBody>
      </p:sp>
      <p:sp>
        <p:nvSpPr>
          <p:cNvPr id="192" name="Google Shape;192;p20"/>
          <p:cNvSpPr/>
          <p:nvPr/>
        </p:nvSpPr>
        <p:spPr>
          <a:xfrm>
            <a:off x="1336281" y="2893573"/>
            <a:ext cx="700500" cy="700500"/>
          </a:xfrm>
          <a:prstGeom prst="ellipse">
            <a:avLst/>
          </a:prstGeom>
          <a:solidFill>
            <a:srgbClr val="11577F"/>
          </a:solidFill>
          <a:ln>
            <a:noFill/>
          </a:ln>
          <a:effectLst>
            <a:outerShdw blurRad="279400" sx="89000" rotWithShape="0" algn="ctr" dir="4860000" dist="38100" sy="89000">
              <a:srgbClr val="000000">
                <a:alpha val="18820"/>
              </a:srgbClr>
            </a:outerShdw>
          </a:effectLst>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None/>
            </a:pPr>
            <a:r>
              <a:t/>
            </a:r>
            <a:endParaRPr b="0" i="0" sz="700" u="none" cap="none" strike="noStrike">
              <a:solidFill>
                <a:srgbClr val="FFFFFF"/>
              </a:solidFill>
              <a:latin typeface="Arial"/>
              <a:ea typeface="Arial"/>
              <a:cs typeface="Arial"/>
              <a:sym typeface="Arial"/>
            </a:endParaRPr>
          </a:p>
        </p:txBody>
      </p:sp>
      <p:sp>
        <p:nvSpPr>
          <p:cNvPr id="193" name="Google Shape;193;p20"/>
          <p:cNvSpPr/>
          <p:nvPr/>
        </p:nvSpPr>
        <p:spPr>
          <a:xfrm>
            <a:off x="1315575" y="1083037"/>
            <a:ext cx="700500" cy="700500"/>
          </a:xfrm>
          <a:prstGeom prst="ellipse">
            <a:avLst/>
          </a:prstGeom>
          <a:solidFill>
            <a:srgbClr val="11577F"/>
          </a:solidFill>
          <a:ln>
            <a:noFill/>
          </a:ln>
          <a:effectLst>
            <a:outerShdw blurRad="279400" sx="89000" rotWithShape="0" algn="ctr" dir="4860000" dist="38100" sy="89000">
              <a:srgbClr val="000000">
                <a:alpha val="18820"/>
              </a:srgbClr>
            </a:outerShdw>
          </a:effectLst>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None/>
            </a:pPr>
            <a:r>
              <a:t/>
            </a:r>
            <a:endParaRPr b="0" i="0" sz="700" u="none" cap="none" strike="noStrike">
              <a:solidFill>
                <a:srgbClr val="FFFFFF"/>
              </a:solidFill>
              <a:latin typeface="Arial"/>
              <a:ea typeface="Arial"/>
              <a:cs typeface="Arial"/>
              <a:sym typeface="Arial"/>
            </a:endParaRPr>
          </a:p>
        </p:txBody>
      </p:sp>
      <p:sp>
        <p:nvSpPr>
          <p:cNvPr id="194" name="Google Shape;194;p20"/>
          <p:cNvSpPr/>
          <p:nvPr/>
        </p:nvSpPr>
        <p:spPr>
          <a:xfrm>
            <a:off x="2137675" y="1323713"/>
            <a:ext cx="2717100" cy="187800"/>
          </a:xfrm>
          <a:prstGeom prst="rect">
            <a:avLst/>
          </a:prstGeom>
          <a:noFill/>
          <a:ln>
            <a:noFill/>
          </a:ln>
        </p:spPr>
        <p:txBody>
          <a:bodyPr anchorCtr="0" anchor="t" bIns="22850" lIns="45725" spcFirstLastPara="1" rIns="45725" wrap="square" tIns="22850">
            <a:noAutofit/>
          </a:bodyPr>
          <a:lstStyle/>
          <a:p>
            <a:pPr indent="0" lvl="0" marL="0" rtl="0" algn="l">
              <a:lnSpc>
                <a:spcPct val="90000"/>
              </a:lnSpc>
              <a:spcBef>
                <a:spcPts val="0"/>
              </a:spcBef>
              <a:spcAft>
                <a:spcPts val="0"/>
              </a:spcAft>
              <a:buNone/>
            </a:pPr>
            <a:r>
              <a:rPr b="1" lang="en" sz="1200">
                <a:solidFill>
                  <a:srgbClr val="262626"/>
                </a:solidFill>
              </a:rPr>
              <a:t>User asks support question</a:t>
            </a:r>
            <a:endParaRPr b="1" sz="1200">
              <a:solidFill>
                <a:srgbClr val="262626"/>
              </a:solidFill>
            </a:endParaRPr>
          </a:p>
        </p:txBody>
      </p:sp>
      <p:sp>
        <p:nvSpPr>
          <p:cNvPr id="195" name="Google Shape;195;p20"/>
          <p:cNvSpPr/>
          <p:nvPr/>
        </p:nvSpPr>
        <p:spPr>
          <a:xfrm>
            <a:off x="4789180" y="2157254"/>
            <a:ext cx="2080200" cy="187800"/>
          </a:xfrm>
          <a:prstGeom prst="rect">
            <a:avLst/>
          </a:prstGeom>
          <a:noFill/>
          <a:ln>
            <a:noFill/>
          </a:ln>
        </p:spPr>
        <p:txBody>
          <a:bodyPr anchorCtr="0" anchor="t" bIns="22850" lIns="45725" spcFirstLastPara="1" rIns="45725" wrap="square" tIns="22850">
            <a:noAutofit/>
          </a:bodyPr>
          <a:lstStyle/>
          <a:p>
            <a:pPr indent="0" lvl="0" marL="0" rtl="0" algn="r">
              <a:lnSpc>
                <a:spcPct val="90000"/>
              </a:lnSpc>
              <a:spcBef>
                <a:spcPts val="0"/>
              </a:spcBef>
              <a:spcAft>
                <a:spcPts val="0"/>
              </a:spcAft>
              <a:buNone/>
            </a:pPr>
            <a:r>
              <a:rPr b="1" lang="en" sz="1200">
                <a:solidFill>
                  <a:srgbClr val="262626"/>
                </a:solidFill>
              </a:rPr>
              <a:t>Cortex Analyst</a:t>
            </a:r>
            <a:r>
              <a:rPr b="1" lang="en" sz="1200">
                <a:solidFill>
                  <a:srgbClr val="262626"/>
                </a:solidFill>
              </a:rPr>
              <a:t> determines if the question can be answered</a:t>
            </a:r>
            <a:endParaRPr b="1" sz="1200">
              <a:solidFill>
                <a:srgbClr val="262626"/>
              </a:solidFill>
            </a:endParaRPr>
          </a:p>
        </p:txBody>
      </p:sp>
      <p:sp>
        <p:nvSpPr>
          <p:cNvPr id="196" name="Google Shape;196;p20"/>
          <p:cNvSpPr/>
          <p:nvPr/>
        </p:nvSpPr>
        <p:spPr>
          <a:xfrm>
            <a:off x="2130872" y="3055500"/>
            <a:ext cx="2465700" cy="238200"/>
          </a:xfrm>
          <a:prstGeom prst="rect">
            <a:avLst/>
          </a:prstGeom>
          <a:noFill/>
          <a:ln>
            <a:noFill/>
          </a:ln>
        </p:spPr>
        <p:txBody>
          <a:bodyPr anchorCtr="0" anchor="t" bIns="22850" lIns="45725" spcFirstLastPara="1" rIns="45725" wrap="square" tIns="22850">
            <a:noAutofit/>
          </a:bodyPr>
          <a:lstStyle/>
          <a:p>
            <a:pPr indent="0" lvl="0" marL="0" rtl="0" algn="l">
              <a:lnSpc>
                <a:spcPct val="90000"/>
              </a:lnSpc>
              <a:spcBef>
                <a:spcPts val="0"/>
              </a:spcBef>
              <a:spcAft>
                <a:spcPts val="0"/>
              </a:spcAft>
              <a:buNone/>
            </a:pPr>
            <a:r>
              <a:rPr b="1" lang="en" sz="1200">
                <a:solidFill>
                  <a:srgbClr val="262626"/>
                </a:solidFill>
              </a:rPr>
              <a:t>If yes, we generate a SQL </a:t>
            </a:r>
            <a:br>
              <a:rPr b="1" lang="en" sz="1200">
                <a:solidFill>
                  <a:srgbClr val="262626"/>
                </a:solidFill>
              </a:rPr>
            </a:br>
            <a:r>
              <a:rPr b="1" lang="en" sz="1200">
                <a:solidFill>
                  <a:srgbClr val="262626"/>
                </a:solidFill>
              </a:rPr>
              <a:t>query and provide the answer</a:t>
            </a:r>
            <a:endParaRPr b="1" sz="1200">
              <a:solidFill>
                <a:srgbClr val="262626"/>
              </a:solidFill>
            </a:endParaRPr>
          </a:p>
        </p:txBody>
      </p:sp>
      <p:sp>
        <p:nvSpPr>
          <p:cNvPr id="197" name="Google Shape;197;p20"/>
          <p:cNvSpPr/>
          <p:nvPr/>
        </p:nvSpPr>
        <p:spPr>
          <a:xfrm>
            <a:off x="3857065" y="3953003"/>
            <a:ext cx="3179400" cy="391200"/>
          </a:xfrm>
          <a:prstGeom prst="rect">
            <a:avLst/>
          </a:prstGeom>
          <a:noFill/>
          <a:ln>
            <a:noFill/>
          </a:ln>
        </p:spPr>
        <p:txBody>
          <a:bodyPr anchorCtr="0" anchor="t" bIns="22850" lIns="45725" spcFirstLastPara="1" rIns="45725" wrap="square" tIns="22850">
            <a:noAutofit/>
          </a:bodyPr>
          <a:lstStyle/>
          <a:p>
            <a:pPr indent="0" lvl="0" marL="0" rtl="0" algn="l">
              <a:lnSpc>
                <a:spcPct val="90000"/>
              </a:lnSpc>
              <a:spcBef>
                <a:spcPts val="0"/>
              </a:spcBef>
              <a:spcAft>
                <a:spcPts val="0"/>
              </a:spcAft>
              <a:buNone/>
            </a:pPr>
            <a:r>
              <a:rPr b="1" lang="en" sz="1200">
                <a:solidFill>
                  <a:srgbClr val="262626"/>
                </a:solidFill>
              </a:rPr>
              <a:t>If no, we explain why and provide </a:t>
            </a:r>
            <a:br>
              <a:rPr b="1" lang="en" sz="1200">
                <a:solidFill>
                  <a:srgbClr val="262626"/>
                </a:solidFill>
              </a:rPr>
            </a:br>
            <a:r>
              <a:rPr b="1" lang="en" sz="1200">
                <a:solidFill>
                  <a:srgbClr val="262626"/>
                </a:solidFill>
              </a:rPr>
              <a:t>follow-up or alternative questions they can ask</a:t>
            </a:r>
            <a:endParaRPr b="1" sz="1200">
              <a:solidFill>
                <a:srgbClr val="262626"/>
              </a:solidFill>
            </a:endParaRPr>
          </a:p>
          <a:p>
            <a:pPr indent="0" lvl="0" marL="0" marR="0" rtl="0" algn="l">
              <a:lnSpc>
                <a:spcPct val="90000"/>
              </a:lnSpc>
              <a:spcBef>
                <a:spcPts val="0"/>
              </a:spcBef>
              <a:spcAft>
                <a:spcPts val="0"/>
              </a:spcAft>
              <a:buNone/>
            </a:pPr>
            <a:r>
              <a:t/>
            </a:r>
            <a:endParaRPr b="1" sz="1200">
              <a:solidFill>
                <a:srgbClr val="262626"/>
              </a:solidFill>
            </a:endParaRPr>
          </a:p>
        </p:txBody>
      </p:sp>
      <p:sp>
        <p:nvSpPr>
          <p:cNvPr id="198" name="Google Shape;198;p20"/>
          <p:cNvSpPr/>
          <p:nvPr/>
        </p:nvSpPr>
        <p:spPr>
          <a:xfrm>
            <a:off x="5508917" y="1439911"/>
            <a:ext cx="1875195" cy="538822"/>
          </a:xfrm>
          <a:custGeom>
            <a:rect b="b" l="l" r="r" t="t"/>
            <a:pathLst>
              <a:path extrusionOk="0" h="592112" w="1903751">
                <a:moveTo>
                  <a:pt x="0" y="0"/>
                </a:moveTo>
                <a:lnTo>
                  <a:pt x="1903751" y="0"/>
                </a:lnTo>
                <a:lnTo>
                  <a:pt x="1903751" y="592112"/>
                </a:lnTo>
                <a:lnTo>
                  <a:pt x="1903751" y="592112"/>
                </a:lnTo>
              </a:path>
            </a:pathLst>
          </a:custGeom>
          <a:noFill/>
          <a:ln cap="flat" cmpd="sng" w="38100">
            <a:solidFill>
              <a:srgbClr val="29B5E8"/>
            </a:solidFill>
            <a:prstDash val="dot"/>
            <a:round/>
            <a:headEnd len="sm" w="sm" type="none"/>
            <a:tailEnd len="sm" w="sm" type="none"/>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None/>
            </a:pPr>
            <a:r>
              <a:t/>
            </a:r>
            <a:endParaRPr b="0" i="0" sz="700" u="none" cap="none" strike="noStrike">
              <a:solidFill>
                <a:srgbClr val="FFFFFF"/>
              </a:solidFill>
              <a:latin typeface="Arial"/>
              <a:ea typeface="Arial"/>
              <a:cs typeface="Arial"/>
              <a:sym typeface="Arial"/>
            </a:endParaRPr>
          </a:p>
        </p:txBody>
      </p:sp>
      <p:sp>
        <p:nvSpPr>
          <p:cNvPr id="199" name="Google Shape;199;p20"/>
          <p:cNvSpPr/>
          <p:nvPr/>
        </p:nvSpPr>
        <p:spPr>
          <a:xfrm>
            <a:off x="5508917" y="3259361"/>
            <a:ext cx="1875195" cy="538822"/>
          </a:xfrm>
          <a:custGeom>
            <a:rect b="b" l="l" r="r" t="t"/>
            <a:pathLst>
              <a:path extrusionOk="0" h="592112" w="1903751">
                <a:moveTo>
                  <a:pt x="0" y="0"/>
                </a:moveTo>
                <a:lnTo>
                  <a:pt x="1903751" y="0"/>
                </a:lnTo>
                <a:lnTo>
                  <a:pt x="1903751" y="592112"/>
                </a:lnTo>
                <a:lnTo>
                  <a:pt x="1903751" y="592112"/>
                </a:lnTo>
              </a:path>
            </a:pathLst>
          </a:custGeom>
          <a:noFill/>
          <a:ln cap="flat" cmpd="sng" w="38100">
            <a:solidFill>
              <a:srgbClr val="29B5E8"/>
            </a:solidFill>
            <a:prstDash val="dot"/>
            <a:round/>
            <a:headEnd len="sm" w="sm" type="none"/>
            <a:tailEnd len="sm" w="sm" type="none"/>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None/>
            </a:pPr>
            <a:r>
              <a:t/>
            </a:r>
            <a:endParaRPr b="0" i="0" sz="700" u="none" cap="none" strike="noStrike">
              <a:solidFill>
                <a:srgbClr val="FFFFFF"/>
              </a:solidFill>
              <a:latin typeface="Arial"/>
              <a:ea typeface="Arial"/>
              <a:cs typeface="Arial"/>
              <a:sym typeface="Arial"/>
            </a:endParaRPr>
          </a:p>
        </p:txBody>
      </p:sp>
      <p:sp>
        <p:nvSpPr>
          <p:cNvPr id="200" name="Google Shape;200;p20"/>
          <p:cNvSpPr/>
          <p:nvPr/>
        </p:nvSpPr>
        <p:spPr>
          <a:xfrm flipH="1">
            <a:off x="1694360" y="2344891"/>
            <a:ext cx="1875195" cy="538822"/>
          </a:xfrm>
          <a:custGeom>
            <a:rect b="b" l="l" r="r" t="t"/>
            <a:pathLst>
              <a:path extrusionOk="0" h="592112" w="1903751">
                <a:moveTo>
                  <a:pt x="0" y="0"/>
                </a:moveTo>
                <a:lnTo>
                  <a:pt x="1903751" y="0"/>
                </a:lnTo>
                <a:lnTo>
                  <a:pt x="1903751" y="592112"/>
                </a:lnTo>
                <a:lnTo>
                  <a:pt x="1903751" y="592112"/>
                </a:lnTo>
              </a:path>
            </a:pathLst>
          </a:custGeom>
          <a:noFill/>
          <a:ln cap="flat" cmpd="sng" w="38100">
            <a:solidFill>
              <a:srgbClr val="29B5E8"/>
            </a:solidFill>
            <a:prstDash val="dot"/>
            <a:round/>
            <a:headEnd len="sm" w="sm" type="none"/>
            <a:tailEnd len="sm" w="sm" type="none"/>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None/>
            </a:pPr>
            <a:r>
              <a:t/>
            </a:r>
            <a:endParaRPr b="0" i="0" sz="700" u="none" cap="none" strike="noStrike">
              <a:solidFill>
                <a:srgbClr val="FFFFFF"/>
              </a:solidFill>
              <a:latin typeface="Arial"/>
              <a:ea typeface="Arial"/>
              <a:cs typeface="Arial"/>
              <a:sym typeface="Arial"/>
            </a:endParaRPr>
          </a:p>
        </p:txBody>
      </p:sp>
      <p:sp>
        <p:nvSpPr>
          <p:cNvPr id="201" name="Google Shape;201;p20"/>
          <p:cNvSpPr/>
          <p:nvPr/>
        </p:nvSpPr>
        <p:spPr>
          <a:xfrm rot="10800000">
            <a:off x="7317284" y="1842338"/>
            <a:ext cx="149400" cy="129000"/>
          </a:xfrm>
          <a:prstGeom prst="triangle">
            <a:avLst>
              <a:gd fmla="val 50000" name="adj"/>
            </a:avLst>
          </a:prstGeom>
          <a:solidFill>
            <a:srgbClr val="29B5E8"/>
          </a:soli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None/>
            </a:pPr>
            <a:r>
              <a:t/>
            </a:r>
            <a:endParaRPr b="0" i="0" sz="700" u="none" cap="none" strike="noStrike">
              <a:solidFill>
                <a:srgbClr val="FFFFFF"/>
              </a:solidFill>
              <a:latin typeface="Arial"/>
              <a:ea typeface="Arial"/>
              <a:cs typeface="Arial"/>
              <a:sym typeface="Arial"/>
            </a:endParaRPr>
          </a:p>
        </p:txBody>
      </p:sp>
      <p:sp>
        <p:nvSpPr>
          <p:cNvPr id="202" name="Google Shape;202;p20"/>
          <p:cNvSpPr/>
          <p:nvPr/>
        </p:nvSpPr>
        <p:spPr>
          <a:xfrm rot="10800000">
            <a:off x="1615374" y="2746248"/>
            <a:ext cx="149400" cy="129000"/>
          </a:xfrm>
          <a:prstGeom prst="triangle">
            <a:avLst>
              <a:gd fmla="val 50000" name="adj"/>
            </a:avLst>
          </a:prstGeom>
          <a:solidFill>
            <a:srgbClr val="29B5E8"/>
          </a:soli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None/>
            </a:pPr>
            <a:r>
              <a:t/>
            </a:r>
            <a:endParaRPr b="0" i="0" sz="700" u="none" cap="none" strike="noStrike">
              <a:solidFill>
                <a:srgbClr val="FFFFFF"/>
              </a:solidFill>
              <a:latin typeface="Arial"/>
              <a:ea typeface="Arial"/>
              <a:cs typeface="Arial"/>
              <a:sym typeface="Arial"/>
            </a:endParaRPr>
          </a:p>
        </p:txBody>
      </p:sp>
      <p:sp>
        <p:nvSpPr>
          <p:cNvPr id="203" name="Google Shape;203;p20"/>
          <p:cNvSpPr/>
          <p:nvPr/>
        </p:nvSpPr>
        <p:spPr>
          <a:xfrm rot="10800000">
            <a:off x="7317284" y="3658418"/>
            <a:ext cx="149400" cy="129000"/>
          </a:xfrm>
          <a:prstGeom prst="triangle">
            <a:avLst>
              <a:gd fmla="val 50000" name="adj"/>
            </a:avLst>
          </a:prstGeom>
          <a:solidFill>
            <a:srgbClr val="29B5E8"/>
          </a:soli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None/>
            </a:pPr>
            <a:r>
              <a:t/>
            </a:r>
            <a:endParaRPr b="0" i="0" sz="700" u="none" cap="none" strike="noStrike">
              <a:solidFill>
                <a:srgbClr val="FFFFFF"/>
              </a:solidFill>
              <a:latin typeface="Arial"/>
              <a:ea typeface="Arial"/>
              <a:cs typeface="Arial"/>
              <a:sym typeface="Arial"/>
            </a:endParaRPr>
          </a:p>
        </p:txBody>
      </p:sp>
      <p:sp>
        <p:nvSpPr>
          <p:cNvPr id="204" name="Google Shape;204;p20"/>
          <p:cNvSpPr/>
          <p:nvPr/>
        </p:nvSpPr>
        <p:spPr>
          <a:xfrm>
            <a:off x="1504969" y="1227913"/>
            <a:ext cx="370229" cy="365705"/>
          </a:xfrm>
          <a:custGeom>
            <a:rect b="b" l="l" r="r" t="t"/>
            <a:pathLst>
              <a:path extrusionOk="0" h="8488" w="8593">
                <a:moveTo>
                  <a:pt x="3079" y="1099"/>
                </a:moveTo>
                <a:lnTo>
                  <a:pt x="3456" y="2241"/>
                </a:lnTo>
                <a:lnTo>
                  <a:pt x="1683" y="2823"/>
                </a:lnTo>
                <a:lnTo>
                  <a:pt x="1790" y="2284"/>
                </a:lnTo>
                <a:cubicBezTo>
                  <a:pt x="1807" y="2204"/>
                  <a:pt x="1778" y="2118"/>
                  <a:pt x="1717" y="2062"/>
                </a:cubicBezTo>
                <a:lnTo>
                  <a:pt x="1305" y="1684"/>
                </a:lnTo>
                <a:lnTo>
                  <a:pt x="3079" y="1099"/>
                </a:lnTo>
                <a:close/>
                <a:moveTo>
                  <a:pt x="2749" y="4623"/>
                </a:moveTo>
                <a:cubicBezTo>
                  <a:pt x="2986" y="4623"/>
                  <a:pt x="3176" y="4815"/>
                  <a:pt x="3176" y="5051"/>
                </a:cubicBezTo>
                <a:cubicBezTo>
                  <a:pt x="3176" y="5287"/>
                  <a:pt x="2986" y="5477"/>
                  <a:pt x="2749" y="5477"/>
                </a:cubicBezTo>
                <a:cubicBezTo>
                  <a:pt x="2513" y="5477"/>
                  <a:pt x="2322" y="5287"/>
                  <a:pt x="2322" y="5051"/>
                </a:cubicBezTo>
                <a:cubicBezTo>
                  <a:pt x="2325" y="4815"/>
                  <a:pt x="2515" y="4623"/>
                  <a:pt x="2749" y="4623"/>
                </a:cubicBezTo>
                <a:close/>
                <a:moveTo>
                  <a:pt x="6777" y="5220"/>
                </a:moveTo>
                <a:cubicBezTo>
                  <a:pt x="7013" y="5220"/>
                  <a:pt x="7204" y="5410"/>
                  <a:pt x="7204" y="5646"/>
                </a:cubicBezTo>
                <a:cubicBezTo>
                  <a:pt x="7204" y="5882"/>
                  <a:pt x="7013" y="6074"/>
                  <a:pt x="6777" y="6074"/>
                </a:cubicBezTo>
                <a:cubicBezTo>
                  <a:pt x="6542" y="6074"/>
                  <a:pt x="6350" y="5882"/>
                  <a:pt x="6350" y="5646"/>
                </a:cubicBezTo>
                <a:cubicBezTo>
                  <a:pt x="6350" y="5412"/>
                  <a:pt x="6542" y="5220"/>
                  <a:pt x="6777" y="5220"/>
                </a:cubicBezTo>
                <a:close/>
                <a:moveTo>
                  <a:pt x="822" y="5403"/>
                </a:moveTo>
                <a:cubicBezTo>
                  <a:pt x="1058" y="5403"/>
                  <a:pt x="1250" y="5594"/>
                  <a:pt x="1250" y="5830"/>
                </a:cubicBezTo>
                <a:cubicBezTo>
                  <a:pt x="1250" y="6066"/>
                  <a:pt x="1058" y="6257"/>
                  <a:pt x="822" y="6257"/>
                </a:cubicBezTo>
                <a:cubicBezTo>
                  <a:pt x="587" y="6257"/>
                  <a:pt x="396" y="6066"/>
                  <a:pt x="396" y="5830"/>
                </a:cubicBezTo>
                <a:cubicBezTo>
                  <a:pt x="397" y="5597"/>
                  <a:pt x="589" y="5403"/>
                  <a:pt x="822" y="5403"/>
                </a:cubicBezTo>
                <a:close/>
                <a:moveTo>
                  <a:pt x="3136" y="0"/>
                </a:moveTo>
                <a:cubicBezTo>
                  <a:pt x="3105" y="0"/>
                  <a:pt x="3073" y="5"/>
                  <a:pt x="3041" y="15"/>
                </a:cubicBezTo>
                <a:cubicBezTo>
                  <a:pt x="2883" y="67"/>
                  <a:pt x="2797" y="238"/>
                  <a:pt x="2849" y="395"/>
                </a:cubicBezTo>
                <a:lnTo>
                  <a:pt x="2931" y="640"/>
                </a:lnTo>
                <a:lnTo>
                  <a:pt x="769" y="1353"/>
                </a:lnTo>
                <a:cubicBezTo>
                  <a:pt x="687" y="1380"/>
                  <a:pt x="627" y="1448"/>
                  <a:pt x="610" y="1531"/>
                </a:cubicBezTo>
                <a:cubicBezTo>
                  <a:pt x="590" y="1615"/>
                  <a:pt x="619" y="1702"/>
                  <a:pt x="681" y="1760"/>
                </a:cubicBezTo>
                <a:lnTo>
                  <a:pt x="1296" y="2324"/>
                </a:lnTo>
                <a:lnTo>
                  <a:pt x="1135" y="3135"/>
                </a:lnTo>
                <a:cubicBezTo>
                  <a:pt x="1119" y="3218"/>
                  <a:pt x="1149" y="3306"/>
                  <a:pt x="1213" y="3362"/>
                </a:cubicBezTo>
                <a:cubicBezTo>
                  <a:pt x="1257" y="3401"/>
                  <a:pt x="1315" y="3422"/>
                  <a:pt x="1371" y="3422"/>
                </a:cubicBezTo>
                <a:cubicBezTo>
                  <a:pt x="1398" y="3422"/>
                  <a:pt x="1422" y="3417"/>
                  <a:pt x="1449" y="3410"/>
                </a:cubicBezTo>
                <a:lnTo>
                  <a:pt x="3612" y="2697"/>
                </a:lnTo>
                <a:lnTo>
                  <a:pt x="4289" y="4746"/>
                </a:lnTo>
                <a:cubicBezTo>
                  <a:pt x="4294" y="4758"/>
                  <a:pt x="4301" y="4767"/>
                  <a:pt x="4307" y="4778"/>
                </a:cubicBezTo>
                <a:lnTo>
                  <a:pt x="3683" y="5340"/>
                </a:lnTo>
                <a:lnTo>
                  <a:pt x="3499" y="5372"/>
                </a:lnTo>
                <a:cubicBezTo>
                  <a:pt x="3542" y="5274"/>
                  <a:pt x="3566" y="5167"/>
                  <a:pt x="3566" y="5051"/>
                </a:cubicBezTo>
                <a:cubicBezTo>
                  <a:pt x="3566" y="4604"/>
                  <a:pt x="3202" y="4240"/>
                  <a:pt x="2755" y="4240"/>
                </a:cubicBezTo>
                <a:cubicBezTo>
                  <a:pt x="2307" y="4240"/>
                  <a:pt x="1943" y="4604"/>
                  <a:pt x="1943" y="5051"/>
                </a:cubicBezTo>
                <a:cubicBezTo>
                  <a:pt x="1943" y="5302"/>
                  <a:pt x="2060" y="5523"/>
                  <a:pt x="2239" y="5671"/>
                </a:cubicBezTo>
                <a:cubicBezTo>
                  <a:pt x="2092" y="5764"/>
                  <a:pt x="1988" y="5890"/>
                  <a:pt x="1924" y="6047"/>
                </a:cubicBezTo>
                <a:lnTo>
                  <a:pt x="1585" y="6114"/>
                </a:lnTo>
                <a:cubicBezTo>
                  <a:pt x="1619" y="6025"/>
                  <a:pt x="1639" y="5931"/>
                  <a:pt x="1639" y="5830"/>
                </a:cubicBezTo>
                <a:cubicBezTo>
                  <a:pt x="1639" y="5383"/>
                  <a:pt x="1275" y="5020"/>
                  <a:pt x="828" y="5020"/>
                </a:cubicBezTo>
                <a:cubicBezTo>
                  <a:pt x="381" y="5020"/>
                  <a:pt x="17" y="5383"/>
                  <a:pt x="17" y="5830"/>
                </a:cubicBezTo>
                <a:cubicBezTo>
                  <a:pt x="17" y="6142"/>
                  <a:pt x="195" y="6409"/>
                  <a:pt x="455" y="6548"/>
                </a:cubicBezTo>
                <a:cubicBezTo>
                  <a:pt x="372" y="6647"/>
                  <a:pt x="314" y="6770"/>
                  <a:pt x="284" y="6913"/>
                </a:cubicBezTo>
                <a:lnTo>
                  <a:pt x="23" y="8134"/>
                </a:lnTo>
                <a:cubicBezTo>
                  <a:pt x="1" y="8237"/>
                  <a:pt x="68" y="8340"/>
                  <a:pt x="172" y="8362"/>
                </a:cubicBezTo>
                <a:cubicBezTo>
                  <a:pt x="183" y="8367"/>
                  <a:pt x="198" y="8367"/>
                  <a:pt x="212" y="8367"/>
                </a:cubicBezTo>
                <a:cubicBezTo>
                  <a:pt x="301" y="8367"/>
                  <a:pt x="381" y="8304"/>
                  <a:pt x="399" y="8214"/>
                </a:cubicBezTo>
                <a:lnTo>
                  <a:pt x="662" y="6993"/>
                </a:lnTo>
                <a:cubicBezTo>
                  <a:pt x="694" y="6834"/>
                  <a:pt x="780" y="6663"/>
                  <a:pt x="1159" y="6594"/>
                </a:cubicBezTo>
                <a:lnTo>
                  <a:pt x="1821" y="6461"/>
                </a:lnTo>
                <a:lnTo>
                  <a:pt x="1464" y="8134"/>
                </a:lnTo>
                <a:cubicBezTo>
                  <a:pt x="1441" y="8237"/>
                  <a:pt x="1508" y="8340"/>
                  <a:pt x="1612" y="8362"/>
                </a:cubicBezTo>
                <a:cubicBezTo>
                  <a:pt x="1624" y="8367"/>
                  <a:pt x="1639" y="8367"/>
                  <a:pt x="1652" y="8367"/>
                </a:cubicBezTo>
                <a:cubicBezTo>
                  <a:pt x="1741" y="8367"/>
                  <a:pt x="1821" y="8304"/>
                  <a:pt x="1839" y="8214"/>
                </a:cubicBezTo>
                <a:lnTo>
                  <a:pt x="2253" y="6285"/>
                </a:lnTo>
                <a:cubicBezTo>
                  <a:pt x="2288" y="6127"/>
                  <a:pt x="2372" y="5957"/>
                  <a:pt x="2745" y="5888"/>
                </a:cubicBezTo>
                <a:lnTo>
                  <a:pt x="3807" y="5712"/>
                </a:lnTo>
                <a:cubicBezTo>
                  <a:pt x="3844" y="5706"/>
                  <a:pt x="3878" y="5689"/>
                  <a:pt x="3903" y="5666"/>
                </a:cubicBezTo>
                <a:lnTo>
                  <a:pt x="4750" y="4901"/>
                </a:lnTo>
                <a:lnTo>
                  <a:pt x="4750" y="4901"/>
                </a:lnTo>
                <a:cubicBezTo>
                  <a:pt x="4791" y="5057"/>
                  <a:pt x="4800" y="5257"/>
                  <a:pt x="4653" y="5397"/>
                </a:cubicBezTo>
                <a:lnTo>
                  <a:pt x="3928" y="6113"/>
                </a:lnTo>
                <a:lnTo>
                  <a:pt x="3588" y="6216"/>
                </a:lnTo>
                <a:cubicBezTo>
                  <a:pt x="3551" y="6218"/>
                  <a:pt x="3516" y="6228"/>
                  <a:pt x="3487" y="6248"/>
                </a:cubicBezTo>
                <a:lnTo>
                  <a:pt x="2815" y="6454"/>
                </a:lnTo>
                <a:cubicBezTo>
                  <a:pt x="2712" y="6485"/>
                  <a:pt x="2654" y="6594"/>
                  <a:pt x="2686" y="6693"/>
                </a:cubicBezTo>
                <a:cubicBezTo>
                  <a:pt x="2712" y="6777"/>
                  <a:pt x="2788" y="6831"/>
                  <a:pt x="2871" y="6831"/>
                </a:cubicBezTo>
                <a:cubicBezTo>
                  <a:pt x="2889" y="6831"/>
                  <a:pt x="2908" y="6828"/>
                  <a:pt x="2926" y="6822"/>
                </a:cubicBezTo>
                <a:lnTo>
                  <a:pt x="3343" y="6693"/>
                </a:lnTo>
                <a:lnTo>
                  <a:pt x="3343" y="6693"/>
                </a:lnTo>
                <a:lnTo>
                  <a:pt x="3055" y="8136"/>
                </a:lnTo>
                <a:cubicBezTo>
                  <a:pt x="3035" y="8240"/>
                  <a:pt x="3101" y="8341"/>
                  <a:pt x="3205" y="8362"/>
                </a:cubicBezTo>
                <a:cubicBezTo>
                  <a:pt x="3219" y="8364"/>
                  <a:pt x="3232" y="8367"/>
                  <a:pt x="3242" y="8367"/>
                </a:cubicBezTo>
                <a:cubicBezTo>
                  <a:pt x="3332" y="8367"/>
                  <a:pt x="3413" y="8303"/>
                  <a:pt x="3433" y="8212"/>
                </a:cubicBezTo>
                <a:lnTo>
                  <a:pt x="3761" y="6567"/>
                </a:lnTo>
                <a:lnTo>
                  <a:pt x="4086" y="6469"/>
                </a:lnTo>
                <a:cubicBezTo>
                  <a:pt x="4116" y="6460"/>
                  <a:pt x="4144" y="6444"/>
                  <a:pt x="4166" y="6423"/>
                </a:cubicBezTo>
                <a:lnTo>
                  <a:pt x="4668" y="5925"/>
                </a:lnTo>
                <a:lnTo>
                  <a:pt x="4745" y="6166"/>
                </a:lnTo>
                <a:cubicBezTo>
                  <a:pt x="4718" y="6179"/>
                  <a:pt x="4696" y="6199"/>
                  <a:pt x="4678" y="6222"/>
                </a:cubicBezTo>
                <a:cubicBezTo>
                  <a:pt x="4641" y="6270"/>
                  <a:pt x="4629" y="6334"/>
                  <a:pt x="4649" y="6392"/>
                </a:cubicBezTo>
                <a:cubicBezTo>
                  <a:pt x="4653" y="6411"/>
                  <a:pt x="4754" y="6736"/>
                  <a:pt x="5017" y="6963"/>
                </a:cubicBezTo>
                <a:lnTo>
                  <a:pt x="5437" y="8278"/>
                </a:lnTo>
                <a:cubicBezTo>
                  <a:pt x="5474" y="8396"/>
                  <a:pt x="5580" y="8475"/>
                  <a:pt x="5699" y="8487"/>
                </a:cubicBezTo>
                <a:cubicBezTo>
                  <a:pt x="5707" y="8488"/>
                  <a:pt x="5716" y="8488"/>
                  <a:pt x="5725" y="8488"/>
                </a:cubicBezTo>
                <a:cubicBezTo>
                  <a:pt x="5755" y="8488"/>
                  <a:pt x="5786" y="8484"/>
                  <a:pt x="5816" y="8474"/>
                </a:cubicBezTo>
                <a:cubicBezTo>
                  <a:pt x="5973" y="8423"/>
                  <a:pt x="6062" y="8255"/>
                  <a:pt x="6012" y="8096"/>
                </a:cubicBezTo>
                <a:lnTo>
                  <a:pt x="5727" y="7189"/>
                </a:lnTo>
                <a:lnTo>
                  <a:pt x="6382" y="7211"/>
                </a:lnTo>
                <a:lnTo>
                  <a:pt x="6794" y="8346"/>
                </a:lnTo>
                <a:cubicBezTo>
                  <a:pt x="6821" y="8423"/>
                  <a:pt x="6895" y="8472"/>
                  <a:pt x="6974" y="8472"/>
                </a:cubicBezTo>
                <a:cubicBezTo>
                  <a:pt x="6996" y="8472"/>
                  <a:pt x="7019" y="8468"/>
                  <a:pt x="7039" y="8460"/>
                </a:cubicBezTo>
                <a:cubicBezTo>
                  <a:pt x="7139" y="8426"/>
                  <a:pt x="7191" y="8315"/>
                  <a:pt x="7154" y="8214"/>
                </a:cubicBezTo>
                <a:lnTo>
                  <a:pt x="6796" y="7225"/>
                </a:lnTo>
                <a:lnTo>
                  <a:pt x="7048" y="7234"/>
                </a:lnTo>
                <a:cubicBezTo>
                  <a:pt x="7154" y="7232"/>
                  <a:pt x="7243" y="7153"/>
                  <a:pt x="7247" y="7048"/>
                </a:cubicBezTo>
                <a:cubicBezTo>
                  <a:pt x="7250" y="6943"/>
                  <a:pt x="7167" y="6853"/>
                  <a:pt x="7062" y="6849"/>
                </a:cubicBezTo>
                <a:lnTo>
                  <a:pt x="5618" y="6800"/>
                </a:lnTo>
                <a:cubicBezTo>
                  <a:pt x="5391" y="6800"/>
                  <a:pt x="5238" y="6662"/>
                  <a:pt x="5143" y="6528"/>
                </a:cubicBezTo>
                <a:lnTo>
                  <a:pt x="7054" y="6528"/>
                </a:lnTo>
                <a:cubicBezTo>
                  <a:pt x="7503" y="6528"/>
                  <a:pt x="7571" y="6644"/>
                  <a:pt x="7700" y="6968"/>
                </a:cubicBezTo>
                <a:lnTo>
                  <a:pt x="8205" y="8347"/>
                </a:lnTo>
                <a:cubicBezTo>
                  <a:pt x="8232" y="8426"/>
                  <a:pt x="8306" y="8474"/>
                  <a:pt x="8385" y="8474"/>
                </a:cubicBezTo>
                <a:cubicBezTo>
                  <a:pt x="8407" y="8474"/>
                  <a:pt x="8429" y="8471"/>
                  <a:pt x="8452" y="8463"/>
                </a:cubicBezTo>
                <a:cubicBezTo>
                  <a:pt x="8541" y="8423"/>
                  <a:pt x="8593" y="8315"/>
                  <a:pt x="8556" y="8214"/>
                </a:cubicBezTo>
                <a:lnTo>
                  <a:pt x="8049" y="6831"/>
                </a:lnTo>
                <a:cubicBezTo>
                  <a:pt x="7920" y="6507"/>
                  <a:pt x="7785" y="6262"/>
                  <a:pt x="7385" y="6178"/>
                </a:cubicBezTo>
                <a:cubicBezTo>
                  <a:pt x="7510" y="6034"/>
                  <a:pt x="7589" y="5851"/>
                  <a:pt x="7589" y="5646"/>
                </a:cubicBezTo>
                <a:cubicBezTo>
                  <a:pt x="7589" y="5199"/>
                  <a:pt x="7225" y="4835"/>
                  <a:pt x="6777" y="4835"/>
                </a:cubicBezTo>
                <a:cubicBezTo>
                  <a:pt x="6330" y="4835"/>
                  <a:pt x="5966" y="5199"/>
                  <a:pt x="5966" y="5646"/>
                </a:cubicBezTo>
                <a:cubicBezTo>
                  <a:pt x="5966" y="5835"/>
                  <a:pt x="6033" y="6004"/>
                  <a:pt x="6141" y="6142"/>
                </a:cubicBezTo>
                <a:lnTo>
                  <a:pt x="5361" y="6142"/>
                </a:lnTo>
                <a:lnTo>
                  <a:pt x="5113" y="5360"/>
                </a:lnTo>
                <a:cubicBezTo>
                  <a:pt x="5253" y="4944"/>
                  <a:pt x="4999" y="4495"/>
                  <a:pt x="4986" y="4473"/>
                </a:cubicBezTo>
                <a:cubicBezTo>
                  <a:pt x="4956" y="4423"/>
                  <a:pt x="4906" y="4390"/>
                  <a:pt x="4849" y="4381"/>
                </a:cubicBezTo>
                <a:cubicBezTo>
                  <a:pt x="4845" y="4380"/>
                  <a:pt x="4841" y="4380"/>
                  <a:pt x="4837" y="4380"/>
                </a:cubicBezTo>
                <a:cubicBezTo>
                  <a:pt x="4824" y="4380"/>
                  <a:pt x="4813" y="4383"/>
                  <a:pt x="4802" y="4384"/>
                </a:cubicBezTo>
                <a:lnTo>
                  <a:pt x="3421" y="205"/>
                </a:lnTo>
                <a:cubicBezTo>
                  <a:pt x="3379" y="79"/>
                  <a:pt x="3263" y="0"/>
                  <a:pt x="3136"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252525"/>
              </a:solidFill>
              <a:latin typeface="Arial"/>
              <a:ea typeface="Arial"/>
              <a:cs typeface="Arial"/>
              <a:sym typeface="Arial"/>
            </a:endParaRPr>
          </a:p>
        </p:txBody>
      </p:sp>
      <p:sp>
        <p:nvSpPr>
          <p:cNvPr id="205" name="Google Shape;205;p20"/>
          <p:cNvSpPr/>
          <p:nvPr/>
        </p:nvSpPr>
        <p:spPr>
          <a:xfrm>
            <a:off x="7201625" y="2129020"/>
            <a:ext cx="370239" cy="398249"/>
          </a:xfrm>
          <a:custGeom>
            <a:rect b="b" l="l" r="r" t="t"/>
            <a:pathLst>
              <a:path extrusionOk="0" h="8608" w="8003">
                <a:moveTo>
                  <a:pt x="2849" y="1931"/>
                </a:moveTo>
                <a:lnTo>
                  <a:pt x="2849" y="1931"/>
                </a:lnTo>
                <a:cubicBezTo>
                  <a:pt x="2758" y="2071"/>
                  <a:pt x="2678" y="2236"/>
                  <a:pt x="2614" y="2419"/>
                </a:cubicBezTo>
                <a:cubicBezTo>
                  <a:pt x="2495" y="2410"/>
                  <a:pt x="2381" y="2399"/>
                  <a:pt x="2268" y="2386"/>
                </a:cubicBezTo>
                <a:cubicBezTo>
                  <a:pt x="2427" y="2196"/>
                  <a:pt x="2626" y="2041"/>
                  <a:pt x="2849" y="1931"/>
                </a:cubicBezTo>
                <a:close/>
                <a:moveTo>
                  <a:pt x="4377" y="1931"/>
                </a:moveTo>
                <a:lnTo>
                  <a:pt x="4377" y="1931"/>
                </a:lnTo>
                <a:cubicBezTo>
                  <a:pt x="4601" y="2041"/>
                  <a:pt x="4800" y="2196"/>
                  <a:pt x="4957" y="2386"/>
                </a:cubicBezTo>
                <a:cubicBezTo>
                  <a:pt x="4844" y="2399"/>
                  <a:pt x="4728" y="2410"/>
                  <a:pt x="4610" y="2419"/>
                </a:cubicBezTo>
                <a:cubicBezTo>
                  <a:pt x="4547" y="2236"/>
                  <a:pt x="4469" y="2071"/>
                  <a:pt x="4377" y="1931"/>
                </a:cubicBezTo>
                <a:close/>
                <a:moveTo>
                  <a:pt x="3483" y="1761"/>
                </a:moveTo>
                <a:lnTo>
                  <a:pt x="3483" y="2459"/>
                </a:lnTo>
                <a:cubicBezTo>
                  <a:pt x="3275" y="2456"/>
                  <a:pt x="3068" y="2450"/>
                  <a:pt x="2866" y="2438"/>
                </a:cubicBezTo>
                <a:cubicBezTo>
                  <a:pt x="2981" y="2138"/>
                  <a:pt x="3138" y="1903"/>
                  <a:pt x="3319" y="1782"/>
                </a:cubicBezTo>
                <a:cubicBezTo>
                  <a:pt x="3374" y="1771"/>
                  <a:pt x="3428" y="1764"/>
                  <a:pt x="3483" y="1761"/>
                </a:cubicBezTo>
                <a:close/>
                <a:moveTo>
                  <a:pt x="3725" y="1761"/>
                </a:moveTo>
                <a:cubicBezTo>
                  <a:pt x="3786" y="1764"/>
                  <a:pt x="3846" y="1771"/>
                  <a:pt x="3906" y="1782"/>
                </a:cubicBezTo>
                <a:cubicBezTo>
                  <a:pt x="4088" y="1903"/>
                  <a:pt x="4246" y="2138"/>
                  <a:pt x="4359" y="2439"/>
                </a:cubicBezTo>
                <a:cubicBezTo>
                  <a:pt x="4151" y="2451"/>
                  <a:pt x="3938" y="2459"/>
                  <a:pt x="3725" y="2460"/>
                </a:cubicBezTo>
                <a:lnTo>
                  <a:pt x="3725" y="1761"/>
                </a:lnTo>
                <a:close/>
                <a:moveTo>
                  <a:pt x="2113" y="2609"/>
                </a:moveTo>
                <a:cubicBezTo>
                  <a:pt x="2253" y="2628"/>
                  <a:pt x="2397" y="2641"/>
                  <a:pt x="2546" y="2655"/>
                </a:cubicBezTo>
                <a:cubicBezTo>
                  <a:pt x="2491" y="2877"/>
                  <a:pt x="2456" y="3121"/>
                  <a:pt x="2449" y="3379"/>
                </a:cubicBezTo>
                <a:lnTo>
                  <a:pt x="1871" y="3379"/>
                </a:lnTo>
                <a:cubicBezTo>
                  <a:pt x="1891" y="3099"/>
                  <a:pt x="1975" y="2839"/>
                  <a:pt x="2113" y="2609"/>
                </a:cubicBezTo>
                <a:close/>
                <a:moveTo>
                  <a:pt x="2791" y="2675"/>
                </a:moveTo>
                <a:cubicBezTo>
                  <a:pt x="3015" y="2690"/>
                  <a:pt x="3248" y="2698"/>
                  <a:pt x="3483" y="2699"/>
                </a:cubicBezTo>
                <a:lnTo>
                  <a:pt x="3483" y="3379"/>
                </a:lnTo>
                <a:lnTo>
                  <a:pt x="2688" y="3379"/>
                </a:lnTo>
                <a:cubicBezTo>
                  <a:pt x="2699" y="3128"/>
                  <a:pt x="2733" y="2891"/>
                  <a:pt x="2791" y="2675"/>
                </a:cubicBezTo>
                <a:close/>
                <a:moveTo>
                  <a:pt x="4436" y="2675"/>
                </a:moveTo>
                <a:cubicBezTo>
                  <a:pt x="4492" y="2891"/>
                  <a:pt x="4528" y="3128"/>
                  <a:pt x="4537" y="3379"/>
                </a:cubicBezTo>
                <a:lnTo>
                  <a:pt x="3725" y="3379"/>
                </a:lnTo>
                <a:lnTo>
                  <a:pt x="3725" y="2699"/>
                </a:lnTo>
                <a:cubicBezTo>
                  <a:pt x="3968" y="2698"/>
                  <a:pt x="4206" y="2690"/>
                  <a:pt x="4436" y="2675"/>
                </a:cubicBezTo>
                <a:close/>
                <a:moveTo>
                  <a:pt x="5113" y="2610"/>
                </a:moveTo>
                <a:cubicBezTo>
                  <a:pt x="5248" y="2839"/>
                  <a:pt x="5334" y="3099"/>
                  <a:pt x="5354" y="3381"/>
                </a:cubicBezTo>
                <a:lnTo>
                  <a:pt x="4779" y="3381"/>
                </a:lnTo>
                <a:cubicBezTo>
                  <a:pt x="4772" y="3122"/>
                  <a:pt x="4737" y="2880"/>
                  <a:pt x="4682" y="2658"/>
                </a:cubicBezTo>
                <a:cubicBezTo>
                  <a:pt x="4831" y="2644"/>
                  <a:pt x="4973" y="2629"/>
                  <a:pt x="5113" y="2610"/>
                </a:cubicBezTo>
                <a:close/>
                <a:moveTo>
                  <a:pt x="3483" y="3620"/>
                </a:moveTo>
                <a:lnTo>
                  <a:pt x="3483" y="4301"/>
                </a:lnTo>
                <a:cubicBezTo>
                  <a:pt x="3249" y="4303"/>
                  <a:pt x="3018" y="4310"/>
                  <a:pt x="2791" y="4325"/>
                </a:cubicBezTo>
                <a:cubicBezTo>
                  <a:pt x="2733" y="4110"/>
                  <a:pt x="2699" y="3871"/>
                  <a:pt x="2688" y="3620"/>
                </a:cubicBezTo>
                <a:close/>
                <a:moveTo>
                  <a:pt x="4537" y="3620"/>
                </a:moveTo>
                <a:cubicBezTo>
                  <a:pt x="4528" y="3871"/>
                  <a:pt x="4492" y="4110"/>
                  <a:pt x="4436" y="4325"/>
                </a:cubicBezTo>
                <a:cubicBezTo>
                  <a:pt x="4203" y="4310"/>
                  <a:pt x="3964" y="4303"/>
                  <a:pt x="3725" y="4301"/>
                </a:cubicBezTo>
                <a:lnTo>
                  <a:pt x="3725" y="3620"/>
                </a:lnTo>
                <a:close/>
                <a:moveTo>
                  <a:pt x="2449" y="3620"/>
                </a:moveTo>
                <a:cubicBezTo>
                  <a:pt x="2456" y="3878"/>
                  <a:pt x="2491" y="4122"/>
                  <a:pt x="2546" y="4345"/>
                </a:cubicBezTo>
                <a:cubicBezTo>
                  <a:pt x="2397" y="4358"/>
                  <a:pt x="2253" y="4373"/>
                  <a:pt x="2113" y="4391"/>
                </a:cubicBezTo>
                <a:cubicBezTo>
                  <a:pt x="1975" y="4162"/>
                  <a:pt x="1891" y="3901"/>
                  <a:pt x="1871" y="3620"/>
                </a:cubicBezTo>
                <a:close/>
                <a:moveTo>
                  <a:pt x="5354" y="3620"/>
                </a:moveTo>
                <a:cubicBezTo>
                  <a:pt x="5334" y="3901"/>
                  <a:pt x="5248" y="4162"/>
                  <a:pt x="5113" y="4391"/>
                </a:cubicBezTo>
                <a:cubicBezTo>
                  <a:pt x="4973" y="4373"/>
                  <a:pt x="4829" y="4358"/>
                  <a:pt x="4681" y="4345"/>
                </a:cubicBezTo>
                <a:cubicBezTo>
                  <a:pt x="4736" y="4122"/>
                  <a:pt x="4770" y="3878"/>
                  <a:pt x="4779" y="3620"/>
                </a:cubicBezTo>
                <a:close/>
                <a:moveTo>
                  <a:pt x="2617" y="4581"/>
                </a:moveTo>
                <a:cubicBezTo>
                  <a:pt x="2679" y="4763"/>
                  <a:pt x="2758" y="4930"/>
                  <a:pt x="2850" y="5068"/>
                </a:cubicBezTo>
                <a:cubicBezTo>
                  <a:pt x="2626" y="4959"/>
                  <a:pt x="2427" y="4803"/>
                  <a:pt x="2269" y="4613"/>
                </a:cubicBezTo>
                <a:cubicBezTo>
                  <a:pt x="2382" y="4600"/>
                  <a:pt x="2498" y="4590"/>
                  <a:pt x="2617" y="4581"/>
                </a:cubicBezTo>
                <a:close/>
                <a:moveTo>
                  <a:pt x="4610" y="4581"/>
                </a:moveTo>
                <a:cubicBezTo>
                  <a:pt x="4728" y="4590"/>
                  <a:pt x="4844" y="4600"/>
                  <a:pt x="4957" y="4613"/>
                </a:cubicBezTo>
                <a:cubicBezTo>
                  <a:pt x="4800" y="4803"/>
                  <a:pt x="4601" y="4959"/>
                  <a:pt x="4377" y="5068"/>
                </a:cubicBezTo>
                <a:cubicBezTo>
                  <a:pt x="4467" y="4930"/>
                  <a:pt x="4547" y="4763"/>
                  <a:pt x="4610" y="4581"/>
                </a:cubicBezTo>
                <a:close/>
                <a:moveTo>
                  <a:pt x="3483" y="4544"/>
                </a:moveTo>
                <a:lnTo>
                  <a:pt x="3483" y="5241"/>
                </a:lnTo>
                <a:cubicBezTo>
                  <a:pt x="3428" y="5237"/>
                  <a:pt x="3374" y="5230"/>
                  <a:pt x="3319" y="5221"/>
                </a:cubicBezTo>
                <a:cubicBezTo>
                  <a:pt x="3138" y="5096"/>
                  <a:pt x="2981" y="4863"/>
                  <a:pt x="2866" y="4563"/>
                </a:cubicBezTo>
                <a:cubicBezTo>
                  <a:pt x="3070" y="4552"/>
                  <a:pt x="3275" y="4545"/>
                  <a:pt x="3483" y="4544"/>
                </a:cubicBezTo>
                <a:close/>
                <a:moveTo>
                  <a:pt x="3725" y="4541"/>
                </a:moveTo>
                <a:cubicBezTo>
                  <a:pt x="3940" y="4544"/>
                  <a:pt x="4151" y="4551"/>
                  <a:pt x="4359" y="4561"/>
                </a:cubicBezTo>
                <a:cubicBezTo>
                  <a:pt x="4246" y="4863"/>
                  <a:pt x="4088" y="5096"/>
                  <a:pt x="3906" y="5221"/>
                </a:cubicBezTo>
                <a:cubicBezTo>
                  <a:pt x="3846" y="5230"/>
                  <a:pt x="3786" y="5237"/>
                  <a:pt x="3725" y="5241"/>
                </a:cubicBezTo>
                <a:lnTo>
                  <a:pt x="3725" y="4541"/>
                </a:lnTo>
                <a:close/>
                <a:moveTo>
                  <a:pt x="3613" y="1369"/>
                </a:moveTo>
                <a:cubicBezTo>
                  <a:pt x="2439" y="1369"/>
                  <a:pt x="1482" y="2325"/>
                  <a:pt x="1482" y="3500"/>
                </a:cubicBezTo>
                <a:cubicBezTo>
                  <a:pt x="1482" y="4674"/>
                  <a:pt x="2439" y="5630"/>
                  <a:pt x="3613" y="5630"/>
                </a:cubicBezTo>
                <a:cubicBezTo>
                  <a:pt x="4788" y="5630"/>
                  <a:pt x="5744" y="4674"/>
                  <a:pt x="5744" y="3500"/>
                </a:cubicBezTo>
                <a:cubicBezTo>
                  <a:pt x="5744" y="2325"/>
                  <a:pt x="4788" y="1369"/>
                  <a:pt x="3613" y="1369"/>
                </a:cubicBezTo>
                <a:close/>
                <a:moveTo>
                  <a:pt x="3603" y="0"/>
                </a:moveTo>
                <a:cubicBezTo>
                  <a:pt x="3548" y="0"/>
                  <a:pt x="3491" y="1"/>
                  <a:pt x="3435" y="4"/>
                </a:cubicBezTo>
                <a:cubicBezTo>
                  <a:pt x="1644" y="90"/>
                  <a:pt x="161" y="1559"/>
                  <a:pt x="60" y="3350"/>
                </a:cubicBezTo>
                <a:cubicBezTo>
                  <a:pt x="0" y="4422"/>
                  <a:pt x="421" y="5451"/>
                  <a:pt x="1211" y="6174"/>
                </a:cubicBezTo>
                <a:cubicBezTo>
                  <a:pt x="1340" y="6291"/>
                  <a:pt x="1395" y="6459"/>
                  <a:pt x="1364" y="6622"/>
                </a:cubicBezTo>
                <a:cubicBezTo>
                  <a:pt x="1329" y="6783"/>
                  <a:pt x="1435" y="6943"/>
                  <a:pt x="1600" y="6974"/>
                </a:cubicBezTo>
                <a:cubicBezTo>
                  <a:pt x="1620" y="6979"/>
                  <a:pt x="1641" y="6981"/>
                  <a:pt x="1661" y="6981"/>
                </a:cubicBezTo>
                <a:cubicBezTo>
                  <a:pt x="1801" y="6981"/>
                  <a:pt x="1926" y="6881"/>
                  <a:pt x="1953" y="6738"/>
                </a:cubicBezTo>
                <a:cubicBezTo>
                  <a:pt x="2027" y="6367"/>
                  <a:pt x="1901" y="5991"/>
                  <a:pt x="1618" y="5731"/>
                </a:cubicBezTo>
                <a:cubicBezTo>
                  <a:pt x="961" y="5130"/>
                  <a:pt x="612" y="4273"/>
                  <a:pt x="661" y="3382"/>
                </a:cubicBezTo>
                <a:cubicBezTo>
                  <a:pt x="746" y="1896"/>
                  <a:pt x="1975" y="677"/>
                  <a:pt x="3465" y="605"/>
                </a:cubicBezTo>
                <a:cubicBezTo>
                  <a:pt x="3516" y="603"/>
                  <a:pt x="3567" y="602"/>
                  <a:pt x="3618" y="602"/>
                </a:cubicBezTo>
                <a:cubicBezTo>
                  <a:pt x="4378" y="602"/>
                  <a:pt x="5092" y="890"/>
                  <a:pt x="5643" y="1418"/>
                </a:cubicBezTo>
                <a:cubicBezTo>
                  <a:pt x="6234" y="1979"/>
                  <a:pt x="6558" y="2739"/>
                  <a:pt x="6558" y="3553"/>
                </a:cubicBezTo>
                <a:cubicBezTo>
                  <a:pt x="6558" y="3657"/>
                  <a:pt x="6558" y="3702"/>
                  <a:pt x="7349" y="4882"/>
                </a:cubicBezTo>
                <a:lnTo>
                  <a:pt x="7012" y="4882"/>
                </a:lnTo>
                <a:cubicBezTo>
                  <a:pt x="6846" y="4882"/>
                  <a:pt x="6711" y="5019"/>
                  <a:pt x="6711" y="5184"/>
                </a:cubicBezTo>
                <a:lnTo>
                  <a:pt x="6711" y="6490"/>
                </a:lnTo>
                <a:cubicBezTo>
                  <a:pt x="6711" y="6596"/>
                  <a:pt x="6635" y="6649"/>
                  <a:pt x="6559" y="6654"/>
                </a:cubicBezTo>
                <a:lnTo>
                  <a:pt x="5276" y="6729"/>
                </a:lnTo>
                <a:cubicBezTo>
                  <a:pt x="5116" y="6738"/>
                  <a:pt x="4993" y="6870"/>
                  <a:pt x="4993" y="7031"/>
                </a:cubicBezTo>
                <a:lnTo>
                  <a:pt x="4993" y="8308"/>
                </a:lnTo>
                <a:cubicBezTo>
                  <a:pt x="4993" y="8473"/>
                  <a:pt x="5128" y="8608"/>
                  <a:pt x="5293" y="8608"/>
                </a:cubicBezTo>
                <a:cubicBezTo>
                  <a:pt x="5458" y="8608"/>
                  <a:pt x="5593" y="8473"/>
                  <a:pt x="5593" y="8308"/>
                </a:cubicBezTo>
                <a:lnTo>
                  <a:pt x="5593" y="7314"/>
                </a:lnTo>
                <a:lnTo>
                  <a:pt x="6592" y="7255"/>
                </a:lnTo>
                <a:cubicBezTo>
                  <a:pt x="7000" y="7231"/>
                  <a:pt x="7311" y="6902"/>
                  <a:pt x="7311" y="6490"/>
                </a:cubicBezTo>
                <a:lnTo>
                  <a:pt x="7311" y="5483"/>
                </a:lnTo>
                <a:lnTo>
                  <a:pt x="7381" y="5483"/>
                </a:lnTo>
                <a:cubicBezTo>
                  <a:pt x="7603" y="5483"/>
                  <a:pt x="7802" y="5360"/>
                  <a:pt x="7903" y="5161"/>
                </a:cubicBezTo>
                <a:cubicBezTo>
                  <a:pt x="8003" y="4961"/>
                  <a:pt x="7982" y="4726"/>
                  <a:pt x="7856" y="4563"/>
                </a:cubicBezTo>
                <a:cubicBezTo>
                  <a:pt x="7569" y="4131"/>
                  <a:pt x="7250" y="3641"/>
                  <a:pt x="7158" y="3483"/>
                </a:cubicBezTo>
                <a:cubicBezTo>
                  <a:pt x="7140" y="2528"/>
                  <a:pt x="6749" y="1642"/>
                  <a:pt x="6057" y="981"/>
                </a:cubicBezTo>
                <a:cubicBezTo>
                  <a:pt x="5390" y="344"/>
                  <a:pt x="4524" y="0"/>
                  <a:pt x="3603"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252525"/>
              </a:solidFill>
              <a:latin typeface="Arial"/>
              <a:ea typeface="Arial"/>
              <a:cs typeface="Arial"/>
              <a:sym typeface="Arial"/>
            </a:endParaRPr>
          </a:p>
        </p:txBody>
      </p:sp>
      <p:sp>
        <p:nvSpPr>
          <p:cNvPr id="206" name="Google Shape;206;p20"/>
          <p:cNvSpPr/>
          <p:nvPr/>
        </p:nvSpPr>
        <p:spPr>
          <a:xfrm>
            <a:off x="1543920" y="3085875"/>
            <a:ext cx="292306" cy="315902"/>
          </a:xfrm>
          <a:custGeom>
            <a:rect b="b" l="l" r="r" t="t"/>
            <a:pathLst>
              <a:path extrusionOk="0" h="9077" w="8399">
                <a:moveTo>
                  <a:pt x="6560" y="174"/>
                </a:moveTo>
                <a:cubicBezTo>
                  <a:pt x="6440" y="174"/>
                  <a:pt x="6342" y="272"/>
                  <a:pt x="6342" y="392"/>
                </a:cubicBezTo>
                <a:cubicBezTo>
                  <a:pt x="6342" y="513"/>
                  <a:pt x="6440" y="612"/>
                  <a:pt x="6560" y="612"/>
                </a:cubicBezTo>
                <a:lnTo>
                  <a:pt x="8112" y="612"/>
                </a:lnTo>
                <a:cubicBezTo>
                  <a:pt x="8232" y="612"/>
                  <a:pt x="8331" y="513"/>
                  <a:pt x="8331" y="392"/>
                </a:cubicBezTo>
                <a:cubicBezTo>
                  <a:pt x="8331" y="272"/>
                  <a:pt x="8232" y="174"/>
                  <a:pt x="8112" y="174"/>
                </a:cubicBezTo>
                <a:close/>
                <a:moveTo>
                  <a:pt x="6560" y="1163"/>
                </a:moveTo>
                <a:cubicBezTo>
                  <a:pt x="6440" y="1163"/>
                  <a:pt x="6342" y="1261"/>
                  <a:pt x="6342" y="1381"/>
                </a:cubicBezTo>
                <a:cubicBezTo>
                  <a:pt x="6342" y="1503"/>
                  <a:pt x="6440" y="1601"/>
                  <a:pt x="6560" y="1601"/>
                </a:cubicBezTo>
                <a:lnTo>
                  <a:pt x="8112" y="1601"/>
                </a:lnTo>
                <a:cubicBezTo>
                  <a:pt x="8232" y="1601"/>
                  <a:pt x="8331" y="1503"/>
                  <a:pt x="8331" y="1381"/>
                </a:cubicBezTo>
                <a:cubicBezTo>
                  <a:pt x="8331" y="1261"/>
                  <a:pt x="8232" y="1163"/>
                  <a:pt x="8112" y="1163"/>
                </a:cubicBezTo>
                <a:close/>
                <a:moveTo>
                  <a:pt x="6560" y="2152"/>
                </a:moveTo>
                <a:cubicBezTo>
                  <a:pt x="6440" y="2152"/>
                  <a:pt x="6342" y="2250"/>
                  <a:pt x="6342" y="2372"/>
                </a:cubicBezTo>
                <a:cubicBezTo>
                  <a:pt x="6342" y="2492"/>
                  <a:pt x="6440" y="2590"/>
                  <a:pt x="6560" y="2590"/>
                </a:cubicBezTo>
                <a:lnTo>
                  <a:pt x="8112" y="2590"/>
                </a:lnTo>
                <a:cubicBezTo>
                  <a:pt x="8232" y="2590"/>
                  <a:pt x="8331" y="2492"/>
                  <a:pt x="8331" y="2372"/>
                </a:cubicBezTo>
                <a:cubicBezTo>
                  <a:pt x="8331" y="2250"/>
                  <a:pt x="8232" y="2152"/>
                  <a:pt x="8112" y="2152"/>
                </a:cubicBezTo>
                <a:close/>
                <a:moveTo>
                  <a:pt x="347" y="0"/>
                </a:moveTo>
                <a:cubicBezTo>
                  <a:pt x="224" y="0"/>
                  <a:pt x="121" y="103"/>
                  <a:pt x="121" y="228"/>
                </a:cubicBezTo>
                <a:lnTo>
                  <a:pt x="121" y="2537"/>
                </a:lnTo>
                <a:cubicBezTo>
                  <a:pt x="121" y="2661"/>
                  <a:pt x="224" y="2762"/>
                  <a:pt x="347" y="2762"/>
                </a:cubicBezTo>
                <a:lnTo>
                  <a:pt x="1238" y="2762"/>
                </a:lnTo>
                <a:cubicBezTo>
                  <a:pt x="1363" y="2762"/>
                  <a:pt x="1465" y="2661"/>
                  <a:pt x="1465" y="2537"/>
                </a:cubicBezTo>
                <a:cubicBezTo>
                  <a:pt x="1465" y="2412"/>
                  <a:pt x="1363" y="2309"/>
                  <a:pt x="1238" y="2309"/>
                </a:cubicBezTo>
                <a:lnTo>
                  <a:pt x="574" y="2309"/>
                </a:lnTo>
                <a:lnTo>
                  <a:pt x="574" y="453"/>
                </a:lnTo>
                <a:lnTo>
                  <a:pt x="5188" y="453"/>
                </a:lnTo>
                <a:lnTo>
                  <a:pt x="5188" y="2309"/>
                </a:lnTo>
                <a:lnTo>
                  <a:pt x="4619" y="2309"/>
                </a:lnTo>
                <a:cubicBezTo>
                  <a:pt x="4494" y="2309"/>
                  <a:pt x="4392" y="2412"/>
                  <a:pt x="4392" y="2537"/>
                </a:cubicBezTo>
                <a:cubicBezTo>
                  <a:pt x="4392" y="2661"/>
                  <a:pt x="4494" y="2762"/>
                  <a:pt x="4619" y="2762"/>
                </a:cubicBezTo>
                <a:lnTo>
                  <a:pt x="5415" y="2762"/>
                </a:lnTo>
                <a:cubicBezTo>
                  <a:pt x="5538" y="2762"/>
                  <a:pt x="5641" y="2661"/>
                  <a:pt x="5641" y="2537"/>
                </a:cubicBezTo>
                <a:lnTo>
                  <a:pt x="5641" y="228"/>
                </a:lnTo>
                <a:cubicBezTo>
                  <a:pt x="5641" y="103"/>
                  <a:pt x="5538" y="0"/>
                  <a:pt x="5415" y="0"/>
                </a:cubicBezTo>
                <a:close/>
                <a:moveTo>
                  <a:pt x="2920" y="2107"/>
                </a:moveTo>
                <a:cubicBezTo>
                  <a:pt x="3128" y="2107"/>
                  <a:pt x="3299" y="2278"/>
                  <a:pt x="3299" y="2486"/>
                </a:cubicBezTo>
                <a:lnTo>
                  <a:pt x="3299" y="5322"/>
                </a:lnTo>
                <a:cubicBezTo>
                  <a:pt x="3299" y="5517"/>
                  <a:pt x="3456" y="5677"/>
                  <a:pt x="3654" y="5677"/>
                </a:cubicBezTo>
                <a:cubicBezTo>
                  <a:pt x="3848" y="5677"/>
                  <a:pt x="4007" y="5520"/>
                  <a:pt x="4007" y="5322"/>
                </a:cubicBezTo>
                <a:lnTo>
                  <a:pt x="4007" y="4852"/>
                </a:lnTo>
                <a:cubicBezTo>
                  <a:pt x="4007" y="4644"/>
                  <a:pt x="4178" y="4473"/>
                  <a:pt x="4386" y="4473"/>
                </a:cubicBezTo>
                <a:cubicBezTo>
                  <a:pt x="4594" y="4473"/>
                  <a:pt x="4765" y="4644"/>
                  <a:pt x="4765" y="4852"/>
                </a:cubicBezTo>
                <a:lnTo>
                  <a:pt x="4765" y="5321"/>
                </a:lnTo>
                <a:cubicBezTo>
                  <a:pt x="4765" y="5515"/>
                  <a:pt x="4923" y="5676"/>
                  <a:pt x="5119" y="5676"/>
                </a:cubicBezTo>
                <a:cubicBezTo>
                  <a:pt x="5314" y="5676"/>
                  <a:pt x="5474" y="5517"/>
                  <a:pt x="5474" y="5321"/>
                </a:cubicBezTo>
                <a:lnTo>
                  <a:pt x="5474" y="4852"/>
                </a:lnTo>
                <a:cubicBezTo>
                  <a:pt x="5474" y="4644"/>
                  <a:pt x="5645" y="4473"/>
                  <a:pt x="5853" y="4473"/>
                </a:cubicBezTo>
                <a:cubicBezTo>
                  <a:pt x="6061" y="4473"/>
                  <a:pt x="6232" y="4644"/>
                  <a:pt x="6232" y="4852"/>
                </a:cubicBezTo>
                <a:lnTo>
                  <a:pt x="6232" y="5321"/>
                </a:lnTo>
                <a:cubicBezTo>
                  <a:pt x="6232" y="5515"/>
                  <a:pt x="6389" y="5676"/>
                  <a:pt x="6587" y="5676"/>
                </a:cubicBezTo>
                <a:cubicBezTo>
                  <a:pt x="6781" y="5676"/>
                  <a:pt x="6940" y="5517"/>
                  <a:pt x="6940" y="5321"/>
                </a:cubicBezTo>
                <a:lnTo>
                  <a:pt x="6940" y="4852"/>
                </a:lnTo>
                <a:cubicBezTo>
                  <a:pt x="6940" y="4644"/>
                  <a:pt x="7111" y="4473"/>
                  <a:pt x="7319" y="4473"/>
                </a:cubicBezTo>
                <a:cubicBezTo>
                  <a:pt x="7529" y="4473"/>
                  <a:pt x="7697" y="4644"/>
                  <a:pt x="7697" y="4852"/>
                </a:cubicBezTo>
                <a:lnTo>
                  <a:pt x="7697" y="7881"/>
                </a:lnTo>
                <a:lnTo>
                  <a:pt x="7690" y="7881"/>
                </a:lnTo>
                <a:cubicBezTo>
                  <a:pt x="7690" y="8283"/>
                  <a:pt x="7509" y="8365"/>
                  <a:pt x="7237" y="8365"/>
                </a:cubicBezTo>
                <a:lnTo>
                  <a:pt x="2363" y="8365"/>
                </a:lnTo>
                <a:lnTo>
                  <a:pt x="939" y="6941"/>
                </a:lnTo>
                <a:cubicBezTo>
                  <a:pt x="708" y="6709"/>
                  <a:pt x="880" y="6500"/>
                  <a:pt x="939" y="6441"/>
                </a:cubicBezTo>
                <a:cubicBezTo>
                  <a:pt x="1082" y="6297"/>
                  <a:pt x="1483" y="5903"/>
                  <a:pt x="1832" y="5561"/>
                </a:cubicBezTo>
                <a:lnTo>
                  <a:pt x="1832" y="6297"/>
                </a:lnTo>
                <a:cubicBezTo>
                  <a:pt x="1832" y="6493"/>
                  <a:pt x="1991" y="6651"/>
                  <a:pt x="2187" y="6651"/>
                </a:cubicBezTo>
                <a:cubicBezTo>
                  <a:pt x="2381" y="6651"/>
                  <a:pt x="2542" y="6494"/>
                  <a:pt x="2542" y="6297"/>
                </a:cubicBezTo>
                <a:lnTo>
                  <a:pt x="2542" y="2486"/>
                </a:lnTo>
                <a:cubicBezTo>
                  <a:pt x="2542" y="2278"/>
                  <a:pt x="2712" y="2107"/>
                  <a:pt x="2920" y="2107"/>
                </a:cubicBezTo>
                <a:close/>
                <a:moveTo>
                  <a:pt x="2913" y="1401"/>
                </a:moveTo>
                <a:cubicBezTo>
                  <a:pt x="2313" y="1401"/>
                  <a:pt x="1827" y="1889"/>
                  <a:pt x="1827" y="2486"/>
                </a:cubicBezTo>
                <a:lnTo>
                  <a:pt x="1827" y="4573"/>
                </a:lnTo>
                <a:cubicBezTo>
                  <a:pt x="1532" y="4862"/>
                  <a:pt x="663" y="5714"/>
                  <a:pt x="434" y="5942"/>
                </a:cubicBezTo>
                <a:cubicBezTo>
                  <a:pt x="1" y="6378"/>
                  <a:pt x="1" y="7009"/>
                  <a:pt x="434" y="7444"/>
                </a:cubicBezTo>
                <a:lnTo>
                  <a:pt x="1962" y="8971"/>
                </a:lnTo>
                <a:cubicBezTo>
                  <a:pt x="2029" y="9039"/>
                  <a:pt x="2118" y="9076"/>
                  <a:pt x="2213" y="9076"/>
                </a:cubicBezTo>
                <a:lnTo>
                  <a:pt x="7235" y="9076"/>
                </a:lnTo>
                <a:cubicBezTo>
                  <a:pt x="7953" y="9076"/>
                  <a:pt x="8398" y="8619"/>
                  <a:pt x="8398" y="7882"/>
                </a:cubicBezTo>
                <a:lnTo>
                  <a:pt x="8398" y="4852"/>
                </a:lnTo>
                <a:cubicBezTo>
                  <a:pt x="8398" y="4252"/>
                  <a:pt x="7910" y="3765"/>
                  <a:pt x="7310" y="3765"/>
                </a:cubicBezTo>
                <a:cubicBezTo>
                  <a:pt x="7028" y="3765"/>
                  <a:pt x="6772" y="3876"/>
                  <a:pt x="6576" y="4054"/>
                </a:cubicBezTo>
                <a:cubicBezTo>
                  <a:pt x="6383" y="3876"/>
                  <a:pt x="6128" y="3765"/>
                  <a:pt x="5844" y="3765"/>
                </a:cubicBezTo>
                <a:cubicBezTo>
                  <a:pt x="5562" y="3765"/>
                  <a:pt x="5305" y="3876"/>
                  <a:pt x="5110" y="4054"/>
                </a:cubicBezTo>
                <a:cubicBezTo>
                  <a:pt x="4917" y="3876"/>
                  <a:pt x="4661" y="3765"/>
                  <a:pt x="4377" y="3765"/>
                </a:cubicBezTo>
                <a:cubicBezTo>
                  <a:pt x="4243" y="3765"/>
                  <a:pt x="4117" y="3793"/>
                  <a:pt x="3998" y="3837"/>
                </a:cubicBezTo>
                <a:lnTo>
                  <a:pt x="3998" y="2486"/>
                </a:lnTo>
                <a:cubicBezTo>
                  <a:pt x="3998" y="1886"/>
                  <a:pt x="3510" y="1401"/>
                  <a:pt x="2913" y="140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252525"/>
              </a:solidFill>
              <a:latin typeface="Arial"/>
              <a:ea typeface="Arial"/>
              <a:cs typeface="Arial"/>
              <a:sym typeface="Arial"/>
            </a:endParaRPr>
          </a:p>
        </p:txBody>
      </p:sp>
      <p:sp>
        <p:nvSpPr>
          <p:cNvPr id="207" name="Google Shape;207;p20"/>
          <p:cNvSpPr/>
          <p:nvPr/>
        </p:nvSpPr>
        <p:spPr>
          <a:xfrm>
            <a:off x="7220430" y="3992761"/>
            <a:ext cx="345150" cy="328005"/>
          </a:xfrm>
          <a:custGeom>
            <a:rect b="b" l="l" r="r" t="t"/>
            <a:pathLst>
              <a:path extrusionOk="0" h="8284" w="8717">
                <a:moveTo>
                  <a:pt x="5478" y="602"/>
                </a:moveTo>
                <a:cubicBezTo>
                  <a:pt x="5845" y="602"/>
                  <a:pt x="6145" y="901"/>
                  <a:pt x="6145" y="1267"/>
                </a:cubicBezTo>
                <a:cubicBezTo>
                  <a:pt x="6145" y="1411"/>
                  <a:pt x="6096" y="1550"/>
                  <a:pt x="6005" y="1668"/>
                </a:cubicBezTo>
                <a:cubicBezTo>
                  <a:pt x="5999" y="1679"/>
                  <a:pt x="5992" y="1686"/>
                  <a:pt x="5986" y="1695"/>
                </a:cubicBezTo>
                <a:lnTo>
                  <a:pt x="4848" y="3052"/>
                </a:lnTo>
                <a:lnTo>
                  <a:pt x="3720" y="1762"/>
                </a:lnTo>
                <a:cubicBezTo>
                  <a:pt x="3711" y="1748"/>
                  <a:pt x="3702" y="1738"/>
                  <a:pt x="3690" y="1726"/>
                </a:cubicBezTo>
                <a:cubicBezTo>
                  <a:pt x="3571" y="1600"/>
                  <a:pt x="3505" y="1438"/>
                  <a:pt x="3505" y="1267"/>
                </a:cubicBezTo>
                <a:cubicBezTo>
                  <a:pt x="3506" y="901"/>
                  <a:pt x="3806" y="602"/>
                  <a:pt x="4173" y="602"/>
                </a:cubicBezTo>
                <a:cubicBezTo>
                  <a:pt x="4338" y="602"/>
                  <a:pt x="4497" y="664"/>
                  <a:pt x="4623" y="780"/>
                </a:cubicBezTo>
                <a:cubicBezTo>
                  <a:pt x="4680" y="833"/>
                  <a:pt x="4753" y="859"/>
                  <a:pt x="4825" y="859"/>
                </a:cubicBezTo>
                <a:cubicBezTo>
                  <a:pt x="4898" y="859"/>
                  <a:pt x="4971" y="833"/>
                  <a:pt x="5028" y="780"/>
                </a:cubicBezTo>
                <a:cubicBezTo>
                  <a:pt x="5153" y="664"/>
                  <a:pt x="5313" y="602"/>
                  <a:pt x="5478" y="602"/>
                </a:cubicBezTo>
                <a:close/>
                <a:moveTo>
                  <a:pt x="4173" y="1"/>
                </a:moveTo>
                <a:cubicBezTo>
                  <a:pt x="3473" y="1"/>
                  <a:pt x="2905" y="569"/>
                  <a:pt x="2905" y="1267"/>
                </a:cubicBezTo>
                <a:cubicBezTo>
                  <a:pt x="2905" y="1579"/>
                  <a:pt x="3021" y="1876"/>
                  <a:pt x="3228" y="2111"/>
                </a:cubicBezTo>
                <a:cubicBezTo>
                  <a:pt x="3234" y="2118"/>
                  <a:pt x="3237" y="2126"/>
                  <a:pt x="3245" y="2132"/>
                </a:cubicBezTo>
                <a:lnTo>
                  <a:pt x="4627" y="3713"/>
                </a:lnTo>
                <a:cubicBezTo>
                  <a:pt x="4685" y="3777"/>
                  <a:pt x="4767" y="3814"/>
                  <a:pt x="4854" y="3814"/>
                </a:cubicBezTo>
                <a:lnTo>
                  <a:pt x="4857" y="3814"/>
                </a:lnTo>
                <a:cubicBezTo>
                  <a:pt x="4945" y="3813"/>
                  <a:pt x="5028" y="3774"/>
                  <a:pt x="5085" y="3707"/>
                </a:cubicBezTo>
                <a:lnTo>
                  <a:pt x="6477" y="2044"/>
                </a:lnTo>
                <a:cubicBezTo>
                  <a:pt x="6492" y="2028"/>
                  <a:pt x="6504" y="2008"/>
                  <a:pt x="6515" y="1988"/>
                </a:cubicBezTo>
                <a:cubicBezTo>
                  <a:pt x="6666" y="1772"/>
                  <a:pt x="6743" y="1526"/>
                  <a:pt x="6743" y="1267"/>
                </a:cubicBezTo>
                <a:cubicBezTo>
                  <a:pt x="6743" y="568"/>
                  <a:pt x="6173" y="1"/>
                  <a:pt x="5475" y="1"/>
                </a:cubicBezTo>
                <a:cubicBezTo>
                  <a:pt x="5245" y="1"/>
                  <a:pt x="5021" y="63"/>
                  <a:pt x="4825" y="183"/>
                </a:cubicBezTo>
                <a:cubicBezTo>
                  <a:pt x="4627" y="65"/>
                  <a:pt x="4403" y="1"/>
                  <a:pt x="4173" y="1"/>
                </a:cubicBezTo>
                <a:close/>
                <a:moveTo>
                  <a:pt x="7938" y="3594"/>
                </a:moveTo>
                <a:cubicBezTo>
                  <a:pt x="8011" y="3594"/>
                  <a:pt x="8084" y="3619"/>
                  <a:pt x="8144" y="3670"/>
                </a:cubicBezTo>
                <a:cubicBezTo>
                  <a:pt x="8273" y="3787"/>
                  <a:pt x="8288" y="3983"/>
                  <a:pt x="8172" y="4117"/>
                </a:cubicBezTo>
                <a:lnTo>
                  <a:pt x="6736" y="5853"/>
                </a:lnTo>
                <a:cubicBezTo>
                  <a:pt x="6503" y="6142"/>
                  <a:pt x="6219" y="6272"/>
                  <a:pt x="5820" y="6272"/>
                </a:cubicBezTo>
                <a:lnTo>
                  <a:pt x="3766" y="6272"/>
                </a:lnTo>
                <a:cubicBezTo>
                  <a:pt x="3420" y="6272"/>
                  <a:pt x="3202" y="6313"/>
                  <a:pt x="2983" y="6530"/>
                </a:cubicBezTo>
                <a:lnTo>
                  <a:pt x="2937" y="6576"/>
                </a:lnTo>
                <a:lnTo>
                  <a:pt x="1680" y="5320"/>
                </a:lnTo>
                <a:cubicBezTo>
                  <a:pt x="1663" y="5303"/>
                  <a:pt x="1643" y="5290"/>
                  <a:pt x="1625" y="5275"/>
                </a:cubicBezTo>
                <a:cubicBezTo>
                  <a:pt x="1818" y="4943"/>
                  <a:pt x="2158" y="4689"/>
                  <a:pt x="2637" y="4516"/>
                </a:cubicBezTo>
                <a:cubicBezTo>
                  <a:pt x="2813" y="4453"/>
                  <a:pt x="2990" y="4431"/>
                  <a:pt x="3155" y="4431"/>
                </a:cubicBezTo>
                <a:cubicBezTo>
                  <a:pt x="3580" y="4431"/>
                  <a:pt x="3921" y="4583"/>
                  <a:pt x="3926" y="4585"/>
                </a:cubicBezTo>
                <a:cubicBezTo>
                  <a:pt x="3950" y="4597"/>
                  <a:pt x="3978" y="4601"/>
                  <a:pt x="4007" y="4601"/>
                </a:cubicBezTo>
                <a:lnTo>
                  <a:pt x="5886" y="4601"/>
                </a:lnTo>
                <a:cubicBezTo>
                  <a:pt x="6059" y="4601"/>
                  <a:pt x="6198" y="4742"/>
                  <a:pt x="6198" y="4913"/>
                </a:cubicBezTo>
                <a:cubicBezTo>
                  <a:pt x="6198" y="5085"/>
                  <a:pt x="6057" y="5225"/>
                  <a:pt x="5886" y="5225"/>
                </a:cubicBezTo>
                <a:lnTo>
                  <a:pt x="4511" y="5225"/>
                </a:lnTo>
                <a:cubicBezTo>
                  <a:pt x="4404" y="5225"/>
                  <a:pt x="4318" y="5311"/>
                  <a:pt x="4318" y="5418"/>
                </a:cubicBezTo>
                <a:cubicBezTo>
                  <a:pt x="4318" y="5526"/>
                  <a:pt x="4403" y="5611"/>
                  <a:pt x="4511" y="5611"/>
                </a:cubicBezTo>
                <a:lnTo>
                  <a:pt x="5886" y="5611"/>
                </a:lnTo>
                <a:cubicBezTo>
                  <a:pt x="6271" y="5611"/>
                  <a:pt x="6584" y="5299"/>
                  <a:pt x="6584" y="4913"/>
                </a:cubicBezTo>
                <a:cubicBezTo>
                  <a:pt x="6584" y="4892"/>
                  <a:pt x="6580" y="4876"/>
                  <a:pt x="6578" y="4855"/>
                </a:cubicBezTo>
                <a:lnTo>
                  <a:pt x="7704" y="3701"/>
                </a:lnTo>
                <a:cubicBezTo>
                  <a:pt x="7765" y="3630"/>
                  <a:pt x="7852" y="3594"/>
                  <a:pt x="7938" y="3594"/>
                </a:cubicBezTo>
                <a:close/>
                <a:moveTo>
                  <a:pt x="1158" y="5704"/>
                </a:moveTo>
                <a:cubicBezTo>
                  <a:pt x="1179" y="5704"/>
                  <a:pt x="1219" y="5709"/>
                  <a:pt x="1255" y="5744"/>
                </a:cubicBezTo>
                <a:lnTo>
                  <a:pt x="2538" y="7027"/>
                </a:lnTo>
                <a:cubicBezTo>
                  <a:pt x="2590" y="7081"/>
                  <a:pt x="2590" y="7167"/>
                  <a:pt x="2538" y="7221"/>
                </a:cubicBezTo>
                <a:lnTo>
                  <a:pt x="2116" y="7642"/>
                </a:lnTo>
                <a:cubicBezTo>
                  <a:pt x="2081" y="7678"/>
                  <a:pt x="2042" y="7682"/>
                  <a:pt x="2020" y="7682"/>
                </a:cubicBezTo>
                <a:cubicBezTo>
                  <a:pt x="1999" y="7682"/>
                  <a:pt x="1959" y="7678"/>
                  <a:pt x="1923" y="7642"/>
                </a:cubicBezTo>
                <a:lnTo>
                  <a:pt x="640" y="6359"/>
                </a:lnTo>
                <a:cubicBezTo>
                  <a:pt x="606" y="6324"/>
                  <a:pt x="602" y="6284"/>
                  <a:pt x="602" y="6263"/>
                </a:cubicBezTo>
                <a:cubicBezTo>
                  <a:pt x="602" y="6242"/>
                  <a:pt x="608" y="6202"/>
                  <a:pt x="640" y="6166"/>
                </a:cubicBezTo>
                <a:lnTo>
                  <a:pt x="1062" y="5744"/>
                </a:lnTo>
                <a:cubicBezTo>
                  <a:pt x="1098" y="5709"/>
                  <a:pt x="1136" y="5704"/>
                  <a:pt x="1158" y="5704"/>
                </a:cubicBezTo>
                <a:close/>
                <a:moveTo>
                  <a:pt x="7936" y="3210"/>
                </a:moveTo>
                <a:cubicBezTo>
                  <a:pt x="7743" y="3210"/>
                  <a:pt x="7552" y="3290"/>
                  <a:pt x="7419" y="3443"/>
                </a:cubicBezTo>
                <a:lnTo>
                  <a:pt x="6420" y="4472"/>
                </a:lnTo>
                <a:cubicBezTo>
                  <a:pt x="6290" y="4319"/>
                  <a:pt x="6102" y="4219"/>
                  <a:pt x="5886" y="4219"/>
                </a:cubicBezTo>
                <a:lnTo>
                  <a:pt x="4045" y="4219"/>
                </a:lnTo>
                <a:cubicBezTo>
                  <a:pt x="3929" y="4171"/>
                  <a:pt x="3582" y="4047"/>
                  <a:pt x="3157" y="4047"/>
                </a:cubicBezTo>
                <a:cubicBezTo>
                  <a:pt x="2953" y="4047"/>
                  <a:pt x="2731" y="4076"/>
                  <a:pt x="2508" y="4156"/>
                </a:cubicBezTo>
                <a:cubicBezTo>
                  <a:pt x="1922" y="4365"/>
                  <a:pt x="1506" y="4692"/>
                  <a:pt x="1270" y="5122"/>
                </a:cubicBezTo>
                <a:cubicBezTo>
                  <a:pt x="1232" y="5117"/>
                  <a:pt x="1194" y="5114"/>
                  <a:pt x="1156" y="5114"/>
                </a:cubicBezTo>
                <a:cubicBezTo>
                  <a:pt x="966" y="5114"/>
                  <a:pt x="775" y="5183"/>
                  <a:pt x="637" y="5321"/>
                </a:cubicBezTo>
                <a:lnTo>
                  <a:pt x="215" y="5743"/>
                </a:lnTo>
                <a:cubicBezTo>
                  <a:pt x="76" y="5883"/>
                  <a:pt x="0" y="6068"/>
                  <a:pt x="0" y="6264"/>
                </a:cubicBezTo>
                <a:cubicBezTo>
                  <a:pt x="0" y="6462"/>
                  <a:pt x="76" y="6647"/>
                  <a:pt x="215" y="6787"/>
                </a:cubicBezTo>
                <a:lnTo>
                  <a:pt x="1498" y="8068"/>
                </a:lnTo>
                <a:cubicBezTo>
                  <a:pt x="1638" y="8208"/>
                  <a:pt x="1824" y="8284"/>
                  <a:pt x="2020" y="8284"/>
                </a:cubicBezTo>
                <a:cubicBezTo>
                  <a:pt x="2217" y="8284"/>
                  <a:pt x="2403" y="8208"/>
                  <a:pt x="2541" y="8068"/>
                </a:cubicBezTo>
                <a:lnTo>
                  <a:pt x="2963" y="7648"/>
                </a:lnTo>
                <a:cubicBezTo>
                  <a:pt x="3162" y="7449"/>
                  <a:pt x="3220" y="7167"/>
                  <a:pt x="3145" y="6916"/>
                </a:cubicBezTo>
                <a:lnTo>
                  <a:pt x="3257" y="6805"/>
                </a:lnTo>
                <a:cubicBezTo>
                  <a:pt x="3365" y="6695"/>
                  <a:pt x="3454" y="6661"/>
                  <a:pt x="3766" y="6661"/>
                </a:cubicBezTo>
                <a:lnTo>
                  <a:pt x="5820" y="6661"/>
                </a:lnTo>
                <a:cubicBezTo>
                  <a:pt x="6333" y="6661"/>
                  <a:pt x="6731" y="6477"/>
                  <a:pt x="7036" y="6099"/>
                </a:cubicBezTo>
                <a:lnTo>
                  <a:pt x="8464" y="4369"/>
                </a:lnTo>
                <a:cubicBezTo>
                  <a:pt x="8717" y="4077"/>
                  <a:pt x="8687" y="3634"/>
                  <a:pt x="8396" y="3382"/>
                </a:cubicBezTo>
                <a:cubicBezTo>
                  <a:pt x="8263" y="3267"/>
                  <a:pt x="8099" y="3210"/>
                  <a:pt x="7936" y="321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252525"/>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1"/>
          <p:cNvSpPr txBox="1"/>
          <p:nvPr>
            <p:ph idx="1" type="body"/>
          </p:nvPr>
        </p:nvSpPr>
        <p:spPr>
          <a:xfrm>
            <a:off x="317125" y="2873450"/>
            <a:ext cx="2579100" cy="1214700"/>
          </a:xfrm>
          <a:prstGeom prst="rect">
            <a:avLst/>
          </a:prstGeom>
        </p:spPr>
        <p:txBody>
          <a:bodyPr anchorCtr="0" anchor="t" bIns="45700" lIns="0" spcFirstLastPara="1" rIns="91425" wrap="square" tIns="45700">
            <a:noAutofit/>
          </a:bodyPr>
          <a:lstStyle/>
          <a:p>
            <a:pPr indent="0" lvl="0" marL="0" rtl="0" algn="l">
              <a:spcBef>
                <a:spcPts val="0"/>
              </a:spcBef>
              <a:spcAft>
                <a:spcPts val="0"/>
              </a:spcAft>
              <a:buNone/>
            </a:pPr>
            <a:r>
              <a:rPr lang="en" sz="1500"/>
              <a:t>The admin sets up a “Semantic View” using the generator in Snowsight.</a:t>
            </a:r>
            <a:endParaRPr sz="1500"/>
          </a:p>
        </p:txBody>
      </p:sp>
      <p:sp>
        <p:nvSpPr>
          <p:cNvPr id="213" name="Google Shape;213;p21"/>
          <p:cNvSpPr txBox="1"/>
          <p:nvPr>
            <p:ph idx="2" type="body"/>
          </p:nvPr>
        </p:nvSpPr>
        <p:spPr>
          <a:xfrm>
            <a:off x="3184106" y="2898797"/>
            <a:ext cx="2682000" cy="1214700"/>
          </a:xfrm>
          <a:prstGeom prst="rect">
            <a:avLst/>
          </a:prstGeom>
        </p:spPr>
        <p:txBody>
          <a:bodyPr anchorCtr="0" anchor="t" bIns="45700" lIns="0" spcFirstLastPara="1" rIns="91425" wrap="square" tIns="45700">
            <a:noAutofit/>
          </a:bodyPr>
          <a:lstStyle/>
          <a:p>
            <a:pPr indent="0" lvl="0" marL="0" rtl="0" algn="l">
              <a:spcBef>
                <a:spcPts val="0"/>
              </a:spcBef>
              <a:spcAft>
                <a:spcPts val="0"/>
              </a:spcAft>
              <a:buNone/>
            </a:pPr>
            <a:r>
              <a:rPr lang="en" sz="1500"/>
              <a:t>The end user asks questions in natural language</a:t>
            </a:r>
            <a:endParaRPr sz="1500"/>
          </a:p>
        </p:txBody>
      </p:sp>
      <p:sp>
        <p:nvSpPr>
          <p:cNvPr id="214" name="Google Shape;214;p21"/>
          <p:cNvSpPr txBox="1"/>
          <p:nvPr>
            <p:ph type="title"/>
          </p:nvPr>
        </p:nvSpPr>
        <p:spPr>
          <a:xfrm>
            <a:off x="365760" y="274320"/>
            <a:ext cx="8321100" cy="365700"/>
          </a:xfrm>
          <a:prstGeom prst="rect">
            <a:avLst/>
          </a:prstGeom>
        </p:spPr>
        <p:txBody>
          <a:bodyPr anchorCtr="0" anchor="t" bIns="0" lIns="91425" spcFirstLastPara="1" rIns="91425" wrap="square" tIns="45700">
            <a:noAutofit/>
          </a:bodyPr>
          <a:lstStyle/>
          <a:p>
            <a:pPr indent="0" lvl="0" marL="0" rtl="0" algn="l">
              <a:spcBef>
                <a:spcPts val="0"/>
              </a:spcBef>
              <a:spcAft>
                <a:spcPts val="0"/>
              </a:spcAft>
              <a:buNone/>
            </a:pPr>
            <a:r>
              <a:rPr lang="en"/>
              <a:t>How does Cortex Analyst work?</a:t>
            </a:r>
            <a:endParaRPr/>
          </a:p>
        </p:txBody>
      </p:sp>
      <p:sp>
        <p:nvSpPr>
          <p:cNvPr id="215" name="Google Shape;215;p21"/>
          <p:cNvSpPr txBox="1"/>
          <p:nvPr>
            <p:ph idx="4" type="subTitle"/>
          </p:nvPr>
        </p:nvSpPr>
        <p:spPr>
          <a:xfrm>
            <a:off x="365760" y="655868"/>
            <a:ext cx="8344800" cy="366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Cortex Analyst uses a “Semantic View” to generate SQL</a:t>
            </a:r>
            <a:endParaRPr/>
          </a:p>
        </p:txBody>
      </p:sp>
      <p:sp>
        <p:nvSpPr>
          <p:cNvPr id="216" name="Google Shape;216;p21"/>
          <p:cNvSpPr txBox="1"/>
          <p:nvPr>
            <p:ph idx="3" type="body"/>
          </p:nvPr>
        </p:nvSpPr>
        <p:spPr>
          <a:xfrm>
            <a:off x="6116850" y="2899845"/>
            <a:ext cx="2607900" cy="1215000"/>
          </a:xfrm>
          <a:prstGeom prst="rect">
            <a:avLst/>
          </a:prstGeom>
          <a:noFill/>
        </p:spPr>
        <p:txBody>
          <a:bodyPr anchorCtr="0" anchor="t" bIns="45700" lIns="0" spcFirstLastPara="1" rIns="91425" wrap="square" tIns="45700">
            <a:noAutofit/>
          </a:bodyPr>
          <a:lstStyle/>
          <a:p>
            <a:pPr indent="0" lvl="0" marL="0" rtl="0" algn="l">
              <a:spcBef>
                <a:spcPts val="0"/>
              </a:spcBef>
              <a:spcAft>
                <a:spcPts val="0"/>
              </a:spcAft>
              <a:buNone/>
            </a:pPr>
            <a:r>
              <a:rPr lang="en" sz="1500"/>
              <a:t>Cortex Analyst uses the user question and semantic view to generate SQL</a:t>
            </a:r>
            <a:endParaRPr sz="1500"/>
          </a:p>
        </p:txBody>
      </p:sp>
      <p:grpSp>
        <p:nvGrpSpPr>
          <p:cNvPr id="217" name="Google Shape;217;p21"/>
          <p:cNvGrpSpPr/>
          <p:nvPr/>
        </p:nvGrpSpPr>
        <p:grpSpPr>
          <a:xfrm>
            <a:off x="4200820" y="1762761"/>
            <a:ext cx="611434" cy="763070"/>
            <a:chOff x="1979150" y="552700"/>
            <a:chExt cx="3670075" cy="4580250"/>
          </a:xfrm>
        </p:grpSpPr>
        <p:sp>
          <p:nvSpPr>
            <p:cNvPr id="218" name="Google Shape;218;p21"/>
            <p:cNvSpPr/>
            <p:nvPr/>
          </p:nvSpPr>
          <p:spPr>
            <a:xfrm>
              <a:off x="3359100" y="2079425"/>
              <a:ext cx="914400" cy="914400"/>
            </a:xfrm>
            <a:custGeom>
              <a:rect b="b" l="l" r="r" t="t"/>
              <a:pathLst>
                <a:path extrusionOk="0" h="36576" w="36576">
                  <a:moveTo>
                    <a:pt x="18288" y="1"/>
                  </a:moveTo>
                  <a:lnTo>
                    <a:pt x="14597" y="169"/>
                  </a:lnTo>
                  <a:lnTo>
                    <a:pt x="7886" y="3021"/>
                  </a:lnTo>
                  <a:lnTo>
                    <a:pt x="3020" y="7886"/>
                  </a:lnTo>
                  <a:lnTo>
                    <a:pt x="168" y="14429"/>
                  </a:lnTo>
                  <a:lnTo>
                    <a:pt x="0" y="18288"/>
                  </a:lnTo>
                  <a:lnTo>
                    <a:pt x="168" y="21979"/>
                  </a:lnTo>
                  <a:lnTo>
                    <a:pt x="3020" y="28523"/>
                  </a:lnTo>
                  <a:lnTo>
                    <a:pt x="7886" y="33556"/>
                  </a:lnTo>
                  <a:lnTo>
                    <a:pt x="14597" y="36240"/>
                  </a:lnTo>
                  <a:lnTo>
                    <a:pt x="18288" y="36576"/>
                  </a:lnTo>
                  <a:lnTo>
                    <a:pt x="21979" y="36240"/>
                  </a:lnTo>
                  <a:lnTo>
                    <a:pt x="28522" y="33556"/>
                  </a:lnTo>
                  <a:lnTo>
                    <a:pt x="33555" y="28523"/>
                  </a:lnTo>
                  <a:lnTo>
                    <a:pt x="36240" y="21979"/>
                  </a:lnTo>
                  <a:lnTo>
                    <a:pt x="36575" y="18288"/>
                  </a:lnTo>
                  <a:lnTo>
                    <a:pt x="36240" y="14429"/>
                  </a:lnTo>
                  <a:lnTo>
                    <a:pt x="33555" y="7886"/>
                  </a:lnTo>
                  <a:lnTo>
                    <a:pt x="28522" y="3021"/>
                  </a:lnTo>
                  <a:lnTo>
                    <a:pt x="21979" y="169"/>
                  </a:lnTo>
                  <a:lnTo>
                    <a:pt x="18288"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200"/>
                <a:buFont typeface="Arial"/>
                <a:buNone/>
              </a:pPr>
              <a:r>
                <a:t/>
              </a:r>
              <a:endParaRPr sz="1200">
                <a:solidFill>
                  <a:srgbClr val="252525"/>
                </a:solidFill>
                <a:latin typeface="Arial"/>
                <a:ea typeface="Arial"/>
                <a:cs typeface="Arial"/>
                <a:sym typeface="Arial"/>
              </a:endParaRPr>
            </a:p>
          </p:txBody>
        </p:sp>
        <p:sp>
          <p:nvSpPr>
            <p:cNvPr id="219" name="Google Shape;219;p21"/>
            <p:cNvSpPr/>
            <p:nvPr/>
          </p:nvSpPr>
          <p:spPr>
            <a:xfrm>
              <a:off x="2893525" y="3308375"/>
              <a:ext cx="1832950" cy="910200"/>
            </a:xfrm>
            <a:custGeom>
              <a:rect b="b" l="l" r="r" t="t"/>
              <a:pathLst>
                <a:path extrusionOk="0" h="36408" w="73318">
                  <a:moveTo>
                    <a:pt x="36575" y="1"/>
                  </a:moveTo>
                  <a:lnTo>
                    <a:pt x="32381" y="169"/>
                  </a:lnTo>
                  <a:lnTo>
                    <a:pt x="24831" y="1511"/>
                  </a:lnTo>
                  <a:lnTo>
                    <a:pt x="18456" y="4027"/>
                  </a:lnTo>
                  <a:lnTo>
                    <a:pt x="13255" y="7551"/>
                  </a:lnTo>
                  <a:lnTo>
                    <a:pt x="8892" y="11577"/>
                  </a:lnTo>
                  <a:lnTo>
                    <a:pt x="5537" y="16107"/>
                  </a:lnTo>
                  <a:lnTo>
                    <a:pt x="1846" y="22986"/>
                  </a:lnTo>
                  <a:lnTo>
                    <a:pt x="336" y="27348"/>
                  </a:lnTo>
                  <a:lnTo>
                    <a:pt x="0" y="29193"/>
                  </a:lnTo>
                  <a:lnTo>
                    <a:pt x="839" y="32381"/>
                  </a:lnTo>
                  <a:lnTo>
                    <a:pt x="3020" y="34898"/>
                  </a:lnTo>
                  <a:lnTo>
                    <a:pt x="6208" y="36240"/>
                  </a:lnTo>
                  <a:lnTo>
                    <a:pt x="8221" y="36408"/>
                  </a:lnTo>
                  <a:lnTo>
                    <a:pt x="65265" y="36408"/>
                  </a:lnTo>
                  <a:lnTo>
                    <a:pt x="67110" y="36240"/>
                  </a:lnTo>
                  <a:lnTo>
                    <a:pt x="70298" y="34898"/>
                  </a:lnTo>
                  <a:lnTo>
                    <a:pt x="72647" y="32381"/>
                  </a:lnTo>
                  <a:lnTo>
                    <a:pt x="73318" y="29193"/>
                  </a:lnTo>
                  <a:lnTo>
                    <a:pt x="72982" y="27348"/>
                  </a:lnTo>
                  <a:lnTo>
                    <a:pt x="71640" y="22986"/>
                  </a:lnTo>
                  <a:lnTo>
                    <a:pt x="67781" y="16107"/>
                  </a:lnTo>
                  <a:lnTo>
                    <a:pt x="64426" y="11577"/>
                  </a:lnTo>
                  <a:lnTo>
                    <a:pt x="60064" y="7551"/>
                  </a:lnTo>
                  <a:lnTo>
                    <a:pt x="54695" y="4027"/>
                  </a:lnTo>
                  <a:lnTo>
                    <a:pt x="48319" y="1511"/>
                  </a:lnTo>
                  <a:lnTo>
                    <a:pt x="40769" y="169"/>
                  </a:lnTo>
                  <a:lnTo>
                    <a:pt x="36575" y="1"/>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200"/>
                <a:buFont typeface="Arial"/>
                <a:buNone/>
              </a:pPr>
              <a:r>
                <a:t/>
              </a:r>
              <a:endParaRPr sz="1200">
                <a:solidFill>
                  <a:srgbClr val="252525"/>
                </a:solidFill>
                <a:latin typeface="Arial"/>
                <a:ea typeface="Arial"/>
                <a:cs typeface="Arial"/>
                <a:sym typeface="Arial"/>
              </a:endParaRPr>
            </a:p>
          </p:txBody>
        </p:sp>
        <p:sp>
          <p:nvSpPr>
            <p:cNvPr id="220" name="Google Shape;220;p21"/>
            <p:cNvSpPr/>
            <p:nvPr/>
          </p:nvSpPr>
          <p:spPr>
            <a:xfrm>
              <a:off x="1979150" y="552700"/>
              <a:ext cx="3670075" cy="4580250"/>
            </a:xfrm>
            <a:custGeom>
              <a:rect b="b" l="l" r="r" t="t"/>
              <a:pathLst>
                <a:path extrusionOk="0" h="183210" w="146803">
                  <a:moveTo>
                    <a:pt x="66942" y="0"/>
                  </a:moveTo>
                  <a:lnTo>
                    <a:pt x="66942" y="24160"/>
                  </a:lnTo>
                  <a:lnTo>
                    <a:pt x="30535" y="24160"/>
                  </a:lnTo>
                  <a:lnTo>
                    <a:pt x="27516" y="24327"/>
                  </a:lnTo>
                  <a:lnTo>
                    <a:pt x="21476" y="25502"/>
                  </a:lnTo>
                  <a:lnTo>
                    <a:pt x="15939" y="27851"/>
                  </a:lnTo>
                  <a:lnTo>
                    <a:pt x="11074" y="31206"/>
                  </a:lnTo>
                  <a:lnTo>
                    <a:pt x="6879" y="35400"/>
                  </a:lnTo>
                  <a:lnTo>
                    <a:pt x="3524" y="40266"/>
                  </a:lnTo>
                  <a:lnTo>
                    <a:pt x="1175" y="45802"/>
                  </a:lnTo>
                  <a:lnTo>
                    <a:pt x="1" y="51675"/>
                  </a:lnTo>
                  <a:lnTo>
                    <a:pt x="1" y="54862"/>
                  </a:lnTo>
                  <a:lnTo>
                    <a:pt x="1" y="152507"/>
                  </a:lnTo>
                  <a:lnTo>
                    <a:pt x="1" y="155695"/>
                  </a:lnTo>
                  <a:lnTo>
                    <a:pt x="1175" y="161734"/>
                  </a:lnTo>
                  <a:lnTo>
                    <a:pt x="3524" y="167103"/>
                  </a:lnTo>
                  <a:lnTo>
                    <a:pt x="6879" y="172136"/>
                  </a:lnTo>
                  <a:lnTo>
                    <a:pt x="11074" y="176163"/>
                  </a:lnTo>
                  <a:lnTo>
                    <a:pt x="15939" y="179518"/>
                  </a:lnTo>
                  <a:lnTo>
                    <a:pt x="21476" y="181867"/>
                  </a:lnTo>
                  <a:lnTo>
                    <a:pt x="27516" y="183042"/>
                  </a:lnTo>
                  <a:lnTo>
                    <a:pt x="30535" y="183210"/>
                  </a:lnTo>
                  <a:lnTo>
                    <a:pt x="116100" y="183210"/>
                  </a:lnTo>
                  <a:lnTo>
                    <a:pt x="119120" y="183042"/>
                  </a:lnTo>
                  <a:lnTo>
                    <a:pt x="125160" y="181867"/>
                  </a:lnTo>
                  <a:lnTo>
                    <a:pt x="130697" y="179518"/>
                  </a:lnTo>
                  <a:lnTo>
                    <a:pt x="135562" y="176163"/>
                  </a:lnTo>
                  <a:lnTo>
                    <a:pt x="139756" y="172136"/>
                  </a:lnTo>
                  <a:lnTo>
                    <a:pt x="143112" y="167103"/>
                  </a:lnTo>
                  <a:lnTo>
                    <a:pt x="145461" y="161734"/>
                  </a:lnTo>
                  <a:lnTo>
                    <a:pt x="146635" y="155695"/>
                  </a:lnTo>
                  <a:lnTo>
                    <a:pt x="146803" y="152507"/>
                  </a:lnTo>
                  <a:lnTo>
                    <a:pt x="146803" y="54862"/>
                  </a:lnTo>
                  <a:lnTo>
                    <a:pt x="146635" y="51675"/>
                  </a:lnTo>
                  <a:lnTo>
                    <a:pt x="145461" y="45802"/>
                  </a:lnTo>
                  <a:lnTo>
                    <a:pt x="143112" y="40266"/>
                  </a:lnTo>
                  <a:lnTo>
                    <a:pt x="139756" y="35400"/>
                  </a:lnTo>
                  <a:lnTo>
                    <a:pt x="135562" y="31206"/>
                  </a:lnTo>
                  <a:lnTo>
                    <a:pt x="130697" y="27851"/>
                  </a:lnTo>
                  <a:lnTo>
                    <a:pt x="125160" y="25502"/>
                  </a:lnTo>
                  <a:lnTo>
                    <a:pt x="119120" y="24327"/>
                  </a:lnTo>
                  <a:lnTo>
                    <a:pt x="116100" y="24160"/>
                  </a:lnTo>
                  <a:lnTo>
                    <a:pt x="79526" y="24160"/>
                  </a:lnTo>
                  <a:lnTo>
                    <a:pt x="79526" y="0"/>
                  </a:lnTo>
                  <a:close/>
                  <a:moveTo>
                    <a:pt x="12584" y="54862"/>
                  </a:moveTo>
                  <a:lnTo>
                    <a:pt x="12751" y="51171"/>
                  </a:lnTo>
                  <a:lnTo>
                    <a:pt x="15436" y="44796"/>
                  </a:lnTo>
                  <a:lnTo>
                    <a:pt x="20469" y="39763"/>
                  </a:lnTo>
                  <a:lnTo>
                    <a:pt x="26844" y="37078"/>
                  </a:lnTo>
                  <a:lnTo>
                    <a:pt x="30535" y="36743"/>
                  </a:lnTo>
                  <a:lnTo>
                    <a:pt x="116100" y="36743"/>
                  </a:lnTo>
                  <a:lnTo>
                    <a:pt x="119791" y="37078"/>
                  </a:lnTo>
                  <a:lnTo>
                    <a:pt x="126167" y="39763"/>
                  </a:lnTo>
                  <a:lnTo>
                    <a:pt x="131200" y="44796"/>
                  </a:lnTo>
                  <a:lnTo>
                    <a:pt x="133884" y="51171"/>
                  </a:lnTo>
                  <a:lnTo>
                    <a:pt x="134220" y="54862"/>
                  </a:lnTo>
                  <a:lnTo>
                    <a:pt x="134220" y="152507"/>
                  </a:lnTo>
                  <a:lnTo>
                    <a:pt x="133884" y="156198"/>
                  </a:lnTo>
                  <a:lnTo>
                    <a:pt x="131200" y="162741"/>
                  </a:lnTo>
                  <a:lnTo>
                    <a:pt x="126167" y="167607"/>
                  </a:lnTo>
                  <a:lnTo>
                    <a:pt x="119791" y="170459"/>
                  </a:lnTo>
                  <a:lnTo>
                    <a:pt x="116100" y="170626"/>
                  </a:lnTo>
                  <a:lnTo>
                    <a:pt x="30535" y="170626"/>
                  </a:lnTo>
                  <a:lnTo>
                    <a:pt x="26844" y="170459"/>
                  </a:lnTo>
                  <a:lnTo>
                    <a:pt x="20469" y="167607"/>
                  </a:lnTo>
                  <a:lnTo>
                    <a:pt x="15436" y="162741"/>
                  </a:lnTo>
                  <a:lnTo>
                    <a:pt x="12751" y="156198"/>
                  </a:lnTo>
                  <a:lnTo>
                    <a:pt x="12584" y="152507"/>
                  </a:lnTo>
                  <a:close/>
                </a:path>
              </a:pathLst>
            </a:custGeom>
            <a:solidFill>
              <a:srgbClr val="28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200"/>
                <a:buFont typeface="Arial"/>
                <a:buNone/>
              </a:pPr>
              <a:r>
                <a:t/>
              </a:r>
              <a:endParaRPr sz="1200">
                <a:solidFill>
                  <a:srgbClr val="252525"/>
                </a:solidFill>
                <a:latin typeface="Arial"/>
                <a:ea typeface="Arial"/>
                <a:cs typeface="Arial"/>
                <a:sym typeface="Arial"/>
              </a:endParaRPr>
            </a:p>
          </p:txBody>
        </p:sp>
      </p:grpSp>
      <p:sp>
        <p:nvSpPr>
          <p:cNvPr id="221" name="Google Shape;221;p21"/>
          <p:cNvSpPr/>
          <p:nvPr/>
        </p:nvSpPr>
        <p:spPr>
          <a:xfrm>
            <a:off x="1301029" y="1741945"/>
            <a:ext cx="611302" cy="804698"/>
          </a:xfrm>
          <a:custGeom>
            <a:rect b="b" l="l" r="r" t="t"/>
            <a:pathLst>
              <a:path extrusionOk="0" h="8980" w="6822">
                <a:moveTo>
                  <a:pt x="1801" y="1201"/>
                </a:moveTo>
                <a:lnTo>
                  <a:pt x="1801" y="2158"/>
                </a:lnTo>
                <a:lnTo>
                  <a:pt x="994" y="2158"/>
                </a:lnTo>
                <a:lnTo>
                  <a:pt x="1801" y="1201"/>
                </a:lnTo>
                <a:close/>
                <a:moveTo>
                  <a:pt x="3864" y="1631"/>
                </a:moveTo>
                <a:cubicBezTo>
                  <a:pt x="3756" y="1631"/>
                  <a:pt x="3671" y="1718"/>
                  <a:pt x="3671" y="1824"/>
                </a:cubicBezTo>
                <a:lnTo>
                  <a:pt x="3671" y="3980"/>
                </a:lnTo>
                <a:cubicBezTo>
                  <a:pt x="3671" y="4087"/>
                  <a:pt x="3756" y="4171"/>
                  <a:pt x="3864" y="4173"/>
                </a:cubicBezTo>
                <a:lnTo>
                  <a:pt x="5376" y="4173"/>
                </a:lnTo>
                <a:cubicBezTo>
                  <a:pt x="5484" y="4173"/>
                  <a:pt x="5569" y="4087"/>
                  <a:pt x="5569" y="3980"/>
                </a:cubicBezTo>
                <a:lnTo>
                  <a:pt x="5569" y="1824"/>
                </a:lnTo>
                <a:cubicBezTo>
                  <a:pt x="5569" y="1715"/>
                  <a:pt x="5481" y="1631"/>
                  <a:pt x="5376" y="1631"/>
                </a:cubicBezTo>
                <a:close/>
                <a:moveTo>
                  <a:pt x="1398" y="3756"/>
                </a:moveTo>
                <a:cubicBezTo>
                  <a:pt x="1274" y="3756"/>
                  <a:pt x="1172" y="3858"/>
                  <a:pt x="1172" y="3983"/>
                </a:cubicBezTo>
                <a:cubicBezTo>
                  <a:pt x="1172" y="4106"/>
                  <a:pt x="1274" y="4209"/>
                  <a:pt x="1398" y="4209"/>
                </a:cubicBezTo>
                <a:lnTo>
                  <a:pt x="2888" y="4209"/>
                </a:lnTo>
                <a:cubicBezTo>
                  <a:pt x="3013" y="4209"/>
                  <a:pt x="3116" y="4106"/>
                  <a:pt x="3116" y="3983"/>
                </a:cubicBezTo>
                <a:cubicBezTo>
                  <a:pt x="3116" y="3858"/>
                  <a:pt x="3013" y="3756"/>
                  <a:pt x="2888" y="3756"/>
                </a:cubicBezTo>
                <a:close/>
                <a:moveTo>
                  <a:pt x="1398" y="4834"/>
                </a:moveTo>
                <a:cubicBezTo>
                  <a:pt x="1274" y="4834"/>
                  <a:pt x="1172" y="4936"/>
                  <a:pt x="1172" y="5061"/>
                </a:cubicBezTo>
                <a:cubicBezTo>
                  <a:pt x="1172" y="5186"/>
                  <a:pt x="1274" y="5287"/>
                  <a:pt x="1398" y="5287"/>
                </a:cubicBezTo>
                <a:lnTo>
                  <a:pt x="5398" y="5287"/>
                </a:lnTo>
                <a:cubicBezTo>
                  <a:pt x="5523" y="5287"/>
                  <a:pt x="5625" y="5186"/>
                  <a:pt x="5625" y="5061"/>
                </a:cubicBezTo>
                <a:cubicBezTo>
                  <a:pt x="5625" y="4936"/>
                  <a:pt x="5523" y="4834"/>
                  <a:pt x="5398" y="4834"/>
                </a:cubicBezTo>
                <a:close/>
                <a:moveTo>
                  <a:pt x="1398" y="5913"/>
                </a:moveTo>
                <a:cubicBezTo>
                  <a:pt x="1274" y="5913"/>
                  <a:pt x="1172" y="6014"/>
                  <a:pt x="1172" y="6139"/>
                </a:cubicBezTo>
                <a:cubicBezTo>
                  <a:pt x="1172" y="6264"/>
                  <a:pt x="1274" y="6366"/>
                  <a:pt x="1398" y="6366"/>
                </a:cubicBezTo>
                <a:lnTo>
                  <a:pt x="5398" y="6366"/>
                </a:lnTo>
                <a:cubicBezTo>
                  <a:pt x="5523" y="6366"/>
                  <a:pt x="5625" y="6264"/>
                  <a:pt x="5625" y="6139"/>
                </a:cubicBezTo>
                <a:cubicBezTo>
                  <a:pt x="5625" y="6014"/>
                  <a:pt x="5523" y="5913"/>
                  <a:pt x="5398" y="5913"/>
                </a:cubicBezTo>
                <a:close/>
                <a:moveTo>
                  <a:pt x="1398" y="6991"/>
                </a:moveTo>
                <a:cubicBezTo>
                  <a:pt x="1274" y="6991"/>
                  <a:pt x="1172" y="7094"/>
                  <a:pt x="1172" y="7217"/>
                </a:cubicBezTo>
                <a:cubicBezTo>
                  <a:pt x="1172" y="7342"/>
                  <a:pt x="1274" y="7444"/>
                  <a:pt x="1398" y="7444"/>
                </a:cubicBezTo>
                <a:lnTo>
                  <a:pt x="5398" y="7444"/>
                </a:lnTo>
                <a:cubicBezTo>
                  <a:pt x="5523" y="7444"/>
                  <a:pt x="5625" y="7342"/>
                  <a:pt x="5625" y="7217"/>
                </a:cubicBezTo>
                <a:cubicBezTo>
                  <a:pt x="5625" y="7094"/>
                  <a:pt x="5523" y="6991"/>
                  <a:pt x="5398" y="6991"/>
                </a:cubicBezTo>
                <a:close/>
                <a:moveTo>
                  <a:pt x="6112" y="710"/>
                </a:moveTo>
                <a:lnTo>
                  <a:pt x="6112" y="8270"/>
                </a:lnTo>
                <a:lnTo>
                  <a:pt x="710" y="8270"/>
                </a:lnTo>
                <a:lnTo>
                  <a:pt x="710" y="2866"/>
                </a:lnTo>
                <a:lnTo>
                  <a:pt x="2153" y="2866"/>
                </a:lnTo>
                <a:cubicBezTo>
                  <a:pt x="2351" y="2866"/>
                  <a:pt x="2508" y="2707"/>
                  <a:pt x="2508" y="2513"/>
                </a:cubicBezTo>
                <a:lnTo>
                  <a:pt x="2508" y="710"/>
                </a:lnTo>
                <a:close/>
                <a:moveTo>
                  <a:pt x="2051" y="0"/>
                </a:moveTo>
                <a:cubicBezTo>
                  <a:pt x="1947" y="0"/>
                  <a:pt x="1847" y="48"/>
                  <a:pt x="1781" y="126"/>
                </a:cubicBezTo>
                <a:lnTo>
                  <a:pt x="83" y="2134"/>
                </a:lnTo>
                <a:cubicBezTo>
                  <a:pt x="30" y="2196"/>
                  <a:pt x="0" y="2278"/>
                  <a:pt x="0" y="2361"/>
                </a:cubicBezTo>
                <a:lnTo>
                  <a:pt x="0" y="8625"/>
                </a:lnTo>
                <a:cubicBezTo>
                  <a:pt x="0" y="8821"/>
                  <a:pt x="161" y="8980"/>
                  <a:pt x="355" y="8980"/>
                </a:cubicBezTo>
                <a:lnTo>
                  <a:pt x="6467" y="8980"/>
                </a:lnTo>
                <a:cubicBezTo>
                  <a:pt x="6665" y="8980"/>
                  <a:pt x="6822" y="8819"/>
                  <a:pt x="6822" y="8625"/>
                </a:cubicBezTo>
                <a:lnTo>
                  <a:pt x="6822" y="355"/>
                </a:lnTo>
                <a:cubicBezTo>
                  <a:pt x="6822" y="161"/>
                  <a:pt x="6665" y="0"/>
                  <a:pt x="6466"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grpSp>
        <p:nvGrpSpPr>
          <p:cNvPr id="222" name="Google Shape;222;p21"/>
          <p:cNvGrpSpPr/>
          <p:nvPr/>
        </p:nvGrpSpPr>
        <p:grpSpPr>
          <a:xfrm>
            <a:off x="7100744" y="1762772"/>
            <a:ext cx="569661" cy="763047"/>
            <a:chOff x="1831175" y="238125"/>
            <a:chExt cx="3896450" cy="5219200"/>
          </a:xfrm>
        </p:grpSpPr>
        <p:sp>
          <p:nvSpPr>
            <p:cNvPr id="223" name="Google Shape;223;p21"/>
            <p:cNvSpPr/>
            <p:nvPr/>
          </p:nvSpPr>
          <p:spPr>
            <a:xfrm>
              <a:off x="1831175" y="1622825"/>
              <a:ext cx="3863025" cy="2710725"/>
            </a:xfrm>
            <a:custGeom>
              <a:rect b="b" l="l" r="r" t="t"/>
              <a:pathLst>
                <a:path extrusionOk="0" h="108429" w="154521">
                  <a:moveTo>
                    <a:pt x="74667" y="9591"/>
                  </a:moveTo>
                  <a:cubicBezTo>
                    <a:pt x="106569" y="9591"/>
                    <a:pt x="132600" y="26325"/>
                    <a:pt x="142582" y="53301"/>
                  </a:cubicBezTo>
                  <a:cubicBezTo>
                    <a:pt x="144474" y="58357"/>
                    <a:pt x="143886" y="63479"/>
                    <a:pt x="140951" y="67687"/>
                  </a:cubicBezTo>
                  <a:cubicBezTo>
                    <a:pt x="138145" y="71699"/>
                    <a:pt x="133872" y="73721"/>
                    <a:pt x="128262" y="73721"/>
                  </a:cubicBezTo>
                  <a:cubicBezTo>
                    <a:pt x="123108" y="73721"/>
                    <a:pt x="118737" y="75483"/>
                    <a:pt x="115638" y="78810"/>
                  </a:cubicBezTo>
                  <a:cubicBezTo>
                    <a:pt x="111919" y="82757"/>
                    <a:pt x="110027" y="88824"/>
                    <a:pt x="110027" y="96882"/>
                  </a:cubicBezTo>
                  <a:lnTo>
                    <a:pt x="109929" y="98839"/>
                  </a:lnTo>
                  <a:lnTo>
                    <a:pt x="101513" y="98839"/>
                  </a:lnTo>
                  <a:cubicBezTo>
                    <a:pt x="101122" y="89020"/>
                    <a:pt x="96033" y="82268"/>
                    <a:pt x="86313" y="78778"/>
                  </a:cubicBezTo>
                  <a:cubicBezTo>
                    <a:pt x="77570" y="75613"/>
                    <a:pt x="65273" y="74961"/>
                    <a:pt x="49550" y="74961"/>
                  </a:cubicBezTo>
                  <a:lnTo>
                    <a:pt x="36861" y="74961"/>
                  </a:lnTo>
                  <a:cubicBezTo>
                    <a:pt x="27173" y="74961"/>
                    <a:pt x="18561" y="69677"/>
                    <a:pt x="14419" y="61195"/>
                  </a:cubicBezTo>
                  <a:cubicBezTo>
                    <a:pt x="10243" y="52649"/>
                    <a:pt x="11287" y="42667"/>
                    <a:pt x="17159" y="35100"/>
                  </a:cubicBezTo>
                  <a:cubicBezTo>
                    <a:pt x="29978" y="18659"/>
                    <a:pt x="50398" y="9591"/>
                    <a:pt x="74667" y="9591"/>
                  </a:cubicBezTo>
                  <a:close/>
                  <a:moveTo>
                    <a:pt x="74667" y="1"/>
                  </a:moveTo>
                  <a:cubicBezTo>
                    <a:pt x="47365" y="1"/>
                    <a:pt x="24237" y="10374"/>
                    <a:pt x="9591" y="29228"/>
                  </a:cubicBezTo>
                  <a:cubicBezTo>
                    <a:pt x="1468" y="39699"/>
                    <a:pt x="1" y="53562"/>
                    <a:pt x="5807" y="65403"/>
                  </a:cubicBezTo>
                  <a:cubicBezTo>
                    <a:pt x="11581" y="77212"/>
                    <a:pt x="23454" y="84551"/>
                    <a:pt x="36828" y="84551"/>
                  </a:cubicBezTo>
                  <a:lnTo>
                    <a:pt x="49550" y="84551"/>
                  </a:lnTo>
                  <a:cubicBezTo>
                    <a:pt x="85823" y="84551"/>
                    <a:pt x="91956" y="89346"/>
                    <a:pt x="91956" y="100078"/>
                  </a:cubicBezTo>
                  <a:lnTo>
                    <a:pt x="91956" y="103634"/>
                  </a:lnTo>
                  <a:cubicBezTo>
                    <a:pt x="91956" y="106276"/>
                    <a:pt x="94109" y="108429"/>
                    <a:pt x="96751" y="108429"/>
                  </a:cubicBezTo>
                  <a:lnTo>
                    <a:pt x="114561" y="108429"/>
                  </a:lnTo>
                  <a:cubicBezTo>
                    <a:pt x="117138" y="108429"/>
                    <a:pt x="119259" y="106374"/>
                    <a:pt x="119356" y="103797"/>
                  </a:cubicBezTo>
                  <a:lnTo>
                    <a:pt x="119585" y="97175"/>
                  </a:lnTo>
                  <a:lnTo>
                    <a:pt x="119585" y="96979"/>
                  </a:lnTo>
                  <a:cubicBezTo>
                    <a:pt x="119585" y="83312"/>
                    <a:pt x="125652" y="83312"/>
                    <a:pt x="128229" y="83312"/>
                  </a:cubicBezTo>
                  <a:cubicBezTo>
                    <a:pt x="137069" y="83312"/>
                    <a:pt x="144180" y="79789"/>
                    <a:pt x="148812" y="73134"/>
                  </a:cubicBezTo>
                  <a:cubicBezTo>
                    <a:pt x="153509" y="66382"/>
                    <a:pt x="154521" y="57966"/>
                    <a:pt x="151585" y="49974"/>
                  </a:cubicBezTo>
                  <a:cubicBezTo>
                    <a:pt x="140168" y="19148"/>
                    <a:pt x="110680" y="1"/>
                    <a:pt x="74667"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224" name="Google Shape;224;p21"/>
            <p:cNvSpPr/>
            <p:nvPr/>
          </p:nvSpPr>
          <p:spPr>
            <a:xfrm>
              <a:off x="4370625" y="2470650"/>
              <a:ext cx="848950" cy="434975"/>
            </a:xfrm>
            <a:custGeom>
              <a:rect b="b" l="l" r="r" t="t"/>
              <a:pathLst>
                <a:path extrusionOk="0" h="17399" w="33958">
                  <a:moveTo>
                    <a:pt x="31241" y="0"/>
                  </a:moveTo>
                  <a:cubicBezTo>
                    <a:pt x="30419" y="0"/>
                    <a:pt x="29618" y="428"/>
                    <a:pt x="29163" y="1187"/>
                  </a:cubicBezTo>
                  <a:cubicBezTo>
                    <a:pt x="23172" y="11211"/>
                    <a:pt x="10513" y="12596"/>
                    <a:pt x="4007" y="12596"/>
                  </a:cubicBezTo>
                  <a:cubicBezTo>
                    <a:pt x="3463" y="12596"/>
                    <a:pt x="2963" y="12586"/>
                    <a:pt x="2512" y="12571"/>
                  </a:cubicBezTo>
                  <a:cubicBezTo>
                    <a:pt x="2492" y="12570"/>
                    <a:pt x="2473" y="12570"/>
                    <a:pt x="2453" y="12570"/>
                  </a:cubicBezTo>
                  <a:cubicBezTo>
                    <a:pt x="1174" y="12570"/>
                    <a:pt x="97" y="13602"/>
                    <a:pt x="33" y="14887"/>
                  </a:cubicBezTo>
                  <a:cubicBezTo>
                    <a:pt x="1" y="16224"/>
                    <a:pt x="1044" y="17333"/>
                    <a:pt x="2349" y="17366"/>
                  </a:cubicBezTo>
                  <a:cubicBezTo>
                    <a:pt x="2969" y="17399"/>
                    <a:pt x="3589" y="17399"/>
                    <a:pt x="4209" y="17399"/>
                  </a:cubicBezTo>
                  <a:cubicBezTo>
                    <a:pt x="17485" y="17399"/>
                    <a:pt x="28021" y="12440"/>
                    <a:pt x="33273" y="3633"/>
                  </a:cubicBezTo>
                  <a:cubicBezTo>
                    <a:pt x="33958" y="2491"/>
                    <a:pt x="33599" y="1023"/>
                    <a:pt x="32457" y="338"/>
                  </a:cubicBezTo>
                  <a:cubicBezTo>
                    <a:pt x="32075" y="109"/>
                    <a:pt x="31655" y="0"/>
                    <a:pt x="31241"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225" name="Google Shape;225;p21"/>
            <p:cNvSpPr/>
            <p:nvPr/>
          </p:nvSpPr>
          <p:spPr>
            <a:xfrm>
              <a:off x="3730475" y="1948950"/>
              <a:ext cx="786975" cy="955850"/>
            </a:xfrm>
            <a:custGeom>
              <a:rect b="b" l="l" r="r" t="t"/>
              <a:pathLst>
                <a:path extrusionOk="0" h="38234" w="31479">
                  <a:moveTo>
                    <a:pt x="27702" y="0"/>
                  </a:moveTo>
                  <a:cubicBezTo>
                    <a:pt x="26420" y="0"/>
                    <a:pt x="25375" y="989"/>
                    <a:pt x="25280" y="2254"/>
                  </a:cubicBezTo>
                  <a:cubicBezTo>
                    <a:pt x="25117" y="5321"/>
                    <a:pt x="25509" y="8061"/>
                    <a:pt x="25835" y="10246"/>
                  </a:cubicBezTo>
                  <a:cubicBezTo>
                    <a:pt x="26161" y="12562"/>
                    <a:pt x="26422" y="14454"/>
                    <a:pt x="25900" y="15433"/>
                  </a:cubicBezTo>
                  <a:cubicBezTo>
                    <a:pt x="25324" y="15663"/>
                    <a:pt x="24136" y="15743"/>
                    <a:pt x="22705" y="15743"/>
                  </a:cubicBezTo>
                  <a:cubicBezTo>
                    <a:pt x="20489" y="15743"/>
                    <a:pt x="17692" y="15552"/>
                    <a:pt x="15690" y="15433"/>
                  </a:cubicBezTo>
                  <a:cubicBezTo>
                    <a:pt x="13077" y="15256"/>
                    <a:pt x="10918" y="15125"/>
                    <a:pt x="9153" y="15125"/>
                  </a:cubicBezTo>
                  <a:cubicBezTo>
                    <a:pt x="5699" y="15125"/>
                    <a:pt x="3756" y="15629"/>
                    <a:pt x="2871" y="17292"/>
                  </a:cubicBezTo>
                  <a:cubicBezTo>
                    <a:pt x="0" y="22707"/>
                    <a:pt x="2186" y="34907"/>
                    <a:pt x="2447" y="36277"/>
                  </a:cubicBezTo>
                  <a:cubicBezTo>
                    <a:pt x="2642" y="37451"/>
                    <a:pt x="3653" y="38234"/>
                    <a:pt x="4795" y="38234"/>
                  </a:cubicBezTo>
                  <a:cubicBezTo>
                    <a:pt x="4926" y="38234"/>
                    <a:pt x="5089" y="38234"/>
                    <a:pt x="5219" y="38201"/>
                  </a:cubicBezTo>
                  <a:cubicBezTo>
                    <a:pt x="6524" y="37973"/>
                    <a:pt x="7372" y="36701"/>
                    <a:pt x="7144" y="35396"/>
                  </a:cubicBezTo>
                  <a:cubicBezTo>
                    <a:pt x="6328" y="31090"/>
                    <a:pt x="5611" y="23359"/>
                    <a:pt x="6850" y="20032"/>
                  </a:cubicBezTo>
                  <a:cubicBezTo>
                    <a:pt x="7335" y="19937"/>
                    <a:pt x="8099" y="19900"/>
                    <a:pt x="9006" y="19900"/>
                  </a:cubicBezTo>
                  <a:cubicBezTo>
                    <a:pt x="10909" y="19900"/>
                    <a:pt x="13443" y="20063"/>
                    <a:pt x="15364" y="20195"/>
                  </a:cubicBezTo>
                  <a:cubicBezTo>
                    <a:pt x="18161" y="20380"/>
                    <a:pt x="20536" y="20524"/>
                    <a:pt x="22519" y="20524"/>
                  </a:cubicBezTo>
                  <a:cubicBezTo>
                    <a:pt x="26131" y="20524"/>
                    <a:pt x="28439" y="20046"/>
                    <a:pt x="29619" y="18466"/>
                  </a:cubicBezTo>
                  <a:cubicBezTo>
                    <a:pt x="31478" y="15987"/>
                    <a:pt x="31021" y="12856"/>
                    <a:pt x="30565" y="9561"/>
                  </a:cubicBezTo>
                  <a:cubicBezTo>
                    <a:pt x="30271" y="7473"/>
                    <a:pt x="29945" y="5125"/>
                    <a:pt x="30076" y="2515"/>
                  </a:cubicBezTo>
                  <a:cubicBezTo>
                    <a:pt x="30141" y="1210"/>
                    <a:pt x="29130" y="69"/>
                    <a:pt x="27825" y="3"/>
                  </a:cubicBezTo>
                  <a:cubicBezTo>
                    <a:pt x="27784" y="1"/>
                    <a:pt x="27743" y="0"/>
                    <a:pt x="27702"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226" name="Google Shape;226;p21"/>
            <p:cNvSpPr/>
            <p:nvPr/>
          </p:nvSpPr>
          <p:spPr>
            <a:xfrm>
              <a:off x="4623425" y="2765175"/>
              <a:ext cx="149275" cy="426700"/>
            </a:xfrm>
            <a:custGeom>
              <a:rect b="b" l="l" r="r" t="t"/>
              <a:pathLst>
                <a:path extrusionOk="0" h="17068" w="5971">
                  <a:moveTo>
                    <a:pt x="2914" y="0"/>
                  </a:moveTo>
                  <a:cubicBezTo>
                    <a:pt x="1685" y="0"/>
                    <a:pt x="614" y="917"/>
                    <a:pt x="490" y="2160"/>
                  </a:cubicBezTo>
                  <a:cubicBezTo>
                    <a:pt x="1" y="7183"/>
                    <a:pt x="979" y="14653"/>
                    <a:pt x="1045" y="14979"/>
                  </a:cubicBezTo>
                  <a:cubicBezTo>
                    <a:pt x="1208" y="16186"/>
                    <a:pt x="2219" y="17067"/>
                    <a:pt x="3393" y="17067"/>
                  </a:cubicBezTo>
                  <a:cubicBezTo>
                    <a:pt x="3524" y="17067"/>
                    <a:pt x="3622" y="17067"/>
                    <a:pt x="3719" y="17035"/>
                  </a:cubicBezTo>
                  <a:cubicBezTo>
                    <a:pt x="5057" y="16871"/>
                    <a:pt x="5970" y="15664"/>
                    <a:pt x="5774" y="14327"/>
                  </a:cubicBezTo>
                  <a:cubicBezTo>
                    <a:pt x="5774" y="14262"/>
                    <a:pt x="4796" y="7085"/>
                    <a:pt x="5253" y="2649"/>
                  </a:cubicBezTo>
                  <a:cubicBezTo>
                    <a:pt x="5383" y="1312"/>
                    <a:pt x="4404" y="137"/>
                    <a:pt x="3100" y="7"/>
                  </a:cubicBezTo>
                  <a:cubicBezTo>
                    <a:pt x="3037" y="2"/>
                    <a:pt x="2976" y="0"/>
                    <a:pt x="2914"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227" name="Google Shape;227;p21"/>
            <p:cNvSpPr/>
            <p:nvPr/>
          </p:nvSpPr>
          <p:spPr>
            <a:xfrm>
              <a:off x="3055225" y="1887050"/>
              <a:ext cx="833475" cy="1448350"/>
            </a:xfrm>
            <a:custGeom>
              <a:rect b="b" l="l" r="r" t="t"/>
              <a:pathLst>
                <a:path extrusionOk="0" h="57934" w="33339">
                  <a:moveTo>
                    <a:pt x="2415" y="0"/>
                  </a:moveTo>
                  <a:cubicBezTo>
                    <a:pt x="1077" y="0"/>
                    <a:pt x="1" y="1077"/>
                    <a:pt x="1" y="2414"/>
                  </a:cubicBezTo>
                  <a:cubicBezTo>
                    <a:pt x="1" y="16636"/>
                    <a:pt x="1599" y="25901"/>
                    <a:pt x="5318" y="33305"/>
                  </a:cubicBezTo>
                  <a:cubicBezTo>
                    <a:pt x="8058" y="38818"/>
                    <a:pt x="24074" y="57933"/>
                    <a:pt x="30957" y="57933"/>
                  </a:cubicBezTo>
                  <a:cubicBezTo>
                    <a:pt x="32262" y="57933"/>
                    <a:pt x="33306" y="56889"/>
                    <a:pt x="33338" y="55585"/>
                  </a:cubicBezTo>
                  <a:cubicBezTo>
                    <a:pt x="33338" y="54247"/>
                    <a:pt x="32262" y="53171"/>
                    <a:pt x="30957" y="53138"/>
                  </a:cubicBezTo>
                  <a:cubicBezTo>
                    <a:pt x="27728" y="53073"/>
                    <a:pt x="12951" y="37872"/>
                    <a:pt x="9591" y="31185"/>
                  </a:cubicBezTo>
                  <a:cubicBezTo>
                    <a:pt x="7242" y="26422"/>
                    <a:pt x="4796" y="19311"/>
                    <a:pt x="4796" y="2414"/>
                  </a:cubicBezTo>
                  <a:cubicBezTo>
                    <a:pt x="4796" y="1077"/>
                    <a:pt x="3720" y="0"/>
                    <a:pt x="2415"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228" name="Google Shape;228;p21"/>
            <p:cNvSpPr/>
            <p:nvPr/>
          </p:nvSpPr>
          <p:spPr>
            <a:xfrm>
              <a:off x="2406100" y="2227500"/>
              <a:ext cx="517875" cy="613700"/>
            </a:xfrm>
            <a:custGeom>
              <a:rect b="b" l="l" r="r" t="t"/>
              <a:pathLst>
                <a:path extrusionOk="0" h="24548" w="20715">
                  <a:moveTo>
                    <a:pt x="2664" y="1"/>
                  </a:moveTo>
                  <a:cubicBezTo>
                    <a:pt x="2096" y="1"/>
                    <a:pt x="1528" y="199"/>
                    <a:pt x="1077" y="605"/>
                  </a:cubicBezTo>
                  <a:cubicBezTo>
                    <a:pt x="98" y="1485"/>
                    <a:pt x="1" y="3018"/>
                    <a:pt x="881" y="3997"/>
                  </a:cubicBezTo>
                  <a:cubicBezTo>
                    <a:pt x="2838" y="6183"/>
                    <a:pt x="4959" y="8107"/>
                    <a:pt x="7014" y="9999"/>
                  </a:cubicBezTo>
                  <a:cubicBezTo>
                    <a:pt x="11548" y="14174"/>
                    <a:pt x="15495" y="17763"/>
                    <a:pt x="15854" y="22329"/>
                  </a:cubicBezTo>
                  <a:cubicBezTo>
                    <a:pt x="15952" y="23569"/>
                    <a:pt x="16995" y="24515"/>
                    <a:pt x="18235" y="24515"/>
                  </a:cubicBezTo>
                  <a:lnTo>
                    <a:pt x="18235" y="24548"/>
                  </a:lnTo>
                  <a:cubicBezTo>
                    <a:pt x="18300" y="24548"/>
                    <a:pt x="18365" y="24515"/>
                    <a:pt x="18431" y="24515"/>
                  </a:cubicBezTo>
                  <a:cubicBezTo>
                    <a:pt x="19736" y="24417"/>
                    <a:pt x="20714" y="23275"/>
                    <a:pt x="20616" y="21938"/>
                  </a:cubicBezTo>
                  <a:cubicBezTo>
                    <a:pt x="20127" y="15512"/>
                    <a:pt x="15332" y="11108"/>
                    <a:pt x="10243" y="6444"/>
                  </a:cubicBezTo>
                  <a:cubicBezTo>
                    <a:pt x="8286" y="4649"/>
                    <a:pt x="6264" y="2790"/>
                    <a:pt x="4469" y="800"/>
                  </a:cubicBezTo>
                  <a:cubicBezTo>
                    <a:pt x="3994" y="272"/>
                    <a:pt x="3330" y="1"/>
                    <a:pt x="2664"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229" name="Google Shape;229;p21"/>
            <p:cNvSpPr/>
            <p:nvPr/>
          </p:nvSpPr>
          <p:spPr>
            <a:xfrm>
              <a:off x="3324350" y="3030850"/>
              <a:ext cx="307475" cy="601375"/>
            </a:xfrm>
            <a:custGeom>
              <a:rect b="b" l="l" r="r" t="t"/>
              <a:pathLst>
                <a:path extrusionOk="0" h="24055" w="12299">
                  <a:moveTo>
                    <a:pt x="9644" y="1"/>
                  </a:moveTo>
                  <a:cubicBezTo>
                    <a:pt x="9084" y="1"/>
                    <a:pt x="8520" y="199"/>
                    <a:pt x="8058" y="601"/>
                  </a:cubicBezTo>
                  <a:cubicBezTo>
                    <a:pt x="4796" y="3407"/>
                    <a:pt x="0" y="12051"/>
                    <a:pt x="0" y="21674"/>
                  </a:cubicBezTo>
                  <a:cubicBezTo>
                    <a:pt x="0" y="22978"/>
                    <a:pt x="1077" y="24055"/>
                    <a:pt x="2414" y="24055"/>
                  </a:cubicBezTo>
                  <a:cubicBezTo>
                    <a:pt x="3719" y="24055"/>
                    <a:pt x="4796" y="22978"/>
                    <a:pt x="4796" y="21674"/>
                  </a:cubicBezTo>
                  <a:cubicBezTo>
                    <a:pt x="4796" y="13356"/>
                    <a:pt x="9036" y="6081"/>
                    <a:pt x="11189" y="4222"/>
                  </a:cubicBezTo>
                  <a:cubicBezTo>
                    <a:pt x="12200" y="3341"/>
                    <a:pt x="12298" y="1841"/>
                    <a:pt x="11450" y="830"/>
                  </a:cubicBezTo>
                  <a:cubicBezTo>
                    <a:pt x="10972" y="280"/>
                    <a:pt x="10311" y="1"/>
                    <a:pt x="9644"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230" name="Google Shape;230;p21"/>
            <p:cNvSpPr/>
            <p:nvPr/>
          </p:nvSpPr>
          <p:spPr>
            <a:xfrm>
              <a:off x="3615475" y="1841300"/>
              <a:ext cx="165575" cy="383375"/>
            </a:xfrm>
            <a:custGeom>
              <a:rect b="b" l="l" r="r" t="t"/>
              <a:pathLst>
                <a:path extrusionOk="0" h="15335" w="6623">
                  <a:moveTo>
                    <a:pt x="2781" y="1"/>
                  </a:moveTo>
                  <a:cubicBezTo>
                    <a:pt x="1528" y="1"/>
                    <a:pt x="455" y="959"/>
                    <a:pt x="392" y="2254"/>
                  </a:cubicBezTo>
                  <a:cubicBezTo>
                    <a:pt x="294" y="3657"/>
                    <a:pt x="1" y="10736"/>
                    <a:pt x="1795" y="14063"/>
                  </a:cubicBezTo>
                  <a:cubicBezTo>
                    <a:pt x="2219" y="14878"/>
                    <a:pt x="3034" y="15335"/>
                    <a:pt x="3882" y="15335"/>
                  </a:cubicBezTo>
                  <a:cubicBezTo>
                    <a:pt x="4274" y="15335"/>
                    <a:pt x="4665" y="15237"/>
                    <a:pt x="5024" y="15041"/>
                  </a:cubicBezTo>
                  <a:cubicBezTo>
                    <a:pt x="6198" y="14422"/>
                    <a:pt x="6623" y="12986"/>
                    <a:pt x="6003" y="11812"/>
                  </a:cubicBezTo>
                  <a:cubicBezTo>
                    <a:pt x="5155" y="10214"/>
                    <a:pt x="4992" y="5419"/>
                    <a:pt x="5155" y="2515"/>
                  </a:cubicBezTo>
                  <a:cubicBezTo>
                    <a:pt x="5252" y="1211"/>
                    <a:pt x="4241" y="69"/>
                    <a:pt x="2904" y="4"/>
                  </a:cubicBezTo>
                  <a:cubicBezTo>
                    <a:pt x="2863" y="2"/>
                    <a:pt x="2822" y="1"/>
                    <a:pt x="2781"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231" name="Google Shape;231;p21"/>
            <p:cNvSpPr/>
            <p:nvPr/>
          </p:nvSpPr>
          <p:spPr>
            <a:xfrm>
              <a:off x="2212825" y="3071975"/>
              <a:ext cx="519500" cy="345775"/>
            </a:xfrm>
            <a:custGeom>
              <a:rect b="b" l="l" r="r" t="t"/>
              <a:pathLst>
                <a:path extrusionOk="0" h="13831" w="20780">
                  <a:moveTo>
                    <a:pt x="18398" y="0"/>
                  </a:moveTo>
                  <a:cubicBezTo>
                    <a:pt x="11157" y="0"/>
                    <a:pt x="5252" y="5219"/>
                    <a:pt x="914" y="9786"/>
                  </a:cubicBezTo>
                  <a:cubicBezTo>
                    <a:pt x="1" y="10765"/>
                    <a:pt x="33" y="12265"/>
                    <a:pt x="979" y="13178"/>
                  </a:cubicBezTo>
                  <a:cubicBezTo>
                    <a:pt x="1436" y="13603"/>
                    <a:pt x="2023" y="13831"/>
                    <a:pt x="2643" y="13831"/>
                  </a:cubicBezTo>
                  <a:cubicBezTo>
                    <a:pt x="3263" y="13831"/>
                    <a:pt x="3882" y="13603"/>
                    <a:pt x="4372" y="13081"/>
                  </a:cubicBezTo>
                  <a:cubicBezTo>
                    <a:pt x="8058" y="9231"/>
                    <a:pt x="12983" y="4795"/>
                    <a:pt x="18398" y="4795"/>
                  </a:cubicBezTo>
                  <a:cubicBezTo>
                    <a:pt x="19703" y="4795"/>
                    <a:pt x="20779" y="3719"/>
                    <a:pt x="20779" y="2381"/>
                  </a:cubicBezTo>
                  <a:cubicBezTo>
                    <a:pt x="20779" y="1044"/>
                    <a:pt x="19703" y="0"/>
                    <a:pt x="18398"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232" name="Google Shape;232;p21"/>
            <p:cNvSpPr/>
            <p:nvPr/>
          </p:nvSpPr>
          <p:spPr>
            <a:xfrm>
              <a:off x="4217325" y="3203175"/>
              <a:ext cx="517850" cy="542425"/>
            </a:xfrm>
            <a:custGeom>
              <a:rect b="b" l="l" r="r" t="t"/>
              <a:pathLst>
                <a:path extrusionOk="0" h="21697" w="20714">
                  <a:moveTo>
                    <a:pt x="2468" y="1"/>
                  </a:moveTo>
                  <a:cubicBezTo>
                    <a:pt x="2429" y="1"/>
                    <a:pt x="2389" y="2"/>
                    <a:pt x="2349" y="4"/>
                  </a:cubicBezTo>
                  <a:cubicBezTo>
                    <a:pt x="1011" y="102"/>
                    <a:pt x="0" y="1211"/>
                    <a:pt x="98" y="2548"/>
                  </a:cubicBezTo>
                  <a:cubicBezTo>
                    <a:pt x="424" y="8681"/>
                    <a:pt x="12135" y="18140"/>
                    <a:pt x="16604" y="21272"/>
                  </a:cubicBezTo>
                  <a:cubicBezTo>
                    <a:pt x="17028" y="21566"/>
                    <a:pt x="17517" y="21696"/>
                    <a:pt x="17974" y="21696"/>
                  </a:cubicBezTo>
                  <a:cubicBezTo>
                    <a:pt x="18724" y="21696"/>
                    <a:pt x="19474" y="21337"/>
                    <a:pt x="19931" y="20652"/>
                  </a:cubicBezTo>
                  <a:cubicBezTo>
                    <a:pt x="20714" y="19576"/>
                    <a:pt x="20420" y="18075"/>
                    <a:pt x="19344" y="17325"/>
                  </a:cubicBezTo>
                  <a:cubicBezTo>
                    <a:pt x="12069" y="12236"/>
                    <a:pt x="5024" y="4929"/>
                    <a:pt x="4860" y="2255"/>
                  </a:cubicBezTo>
                  <a:cubicBezTo>
                    <a:pt x="4797" y="990"/>
                    <a:pt x="3722" y="1"/>
                    <a:pt x="2468"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233" name="Google Shape;233;p21"/>
            <p:cNvSpPr/>
            <p:nvPr/>
          </p:nvSpPr>
          <p:spPr>
            <a:xfrm>
              <a:off x="3059300" y="884800"/>
              <a:ext cx="420025" cy="863625"/>
            </a:xfrm>
            <a:custGeom>
              <a:rect b="b" l="l" r="r" t="t"/>
              <a:pathLst>
                <a:path extrusionOk="0" h="34545" w="16801">
                  <a:moveTo>
                    <a:pt x="2382" y="1"/>
                  </a:moveTo>
                  <a:cubicBezTo>
                    <a:pt x="1077" y="1"/>
                    <a:pt x="1" y="1044"/>
                    <a:pt x="1" y="2382"/>
                  </a:cubicBezTo>
                  <a:lnTo>
                    <a:pt x="1" y="13766"/>
                  </a:lnTo>
                  <a:cubicBezTo>
                    <a:pt x="1" y="15071"/>
                    <a:pt x="1077" y="16147"/>
                    <a:pt x="2382" y="16147"/>
                  </a:cubicBezTo>
                  <a:lnTo>
                    <a:pt x="12005" y="16147"/>
                  </a:lnTo>
                  <a:lnTo>
                    <a:pt x="12005" y="32131"/>
                  </a:lnTo>
                  <a:cubicBezTo>
                    <a:pt x="12005" y="33469"/>
                    <a:pt x="13082" y="34545"/>
                    <a:pt x="14419" y="34545"/>
                  </a:cubicBezTo>
                  <a:cubicBezTo>
                    <a:pt x="15756" y="34545"/>
                    <a:pt x="16800" y="33469"/>
                    <a:pt x="16800" y="32131"/>
                  </a:cubicBezTo>
                  <a:lnTo>
                    <a:pt x="16800" y="13766"/>
                  </a:lnTo>
                  <a:cubicBezTo>
                    <a:pt x="16800" y="12429"/>
                    <a:pt x="15756" y="11352"/>
                    <a:pt x="14419" y="11352"/>
                  </a:cubicBezTo>
                  <a:lnTo>
                    <a:pt x="4796" y="11352"/>
                  </a:lnTo>
                  <a:lnTo>
                    <a:pt x="4796" y="2382"/>
                  </a:lnTo>
                  <a:cubicBezTo>
                    <a:pt x="4796" y="1044"/>
                    <a:pt x="3720" y="1"/>
                    <a:pt x="2382"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234" name="Google Shape;234;p21"/>
            <p:cNvSpPr/>
            <p:nvPr/>
          </p:nvSpPr>
          <p:spPr>
            <a:xfrm>
              <a:off x="3359425" y="3644450"/>
              <a:ext cx="119900" cy="1188200"/>
            </a:xfrm>
            <a:custGeom>
              <a:rect b="b" l="l" r="r" t="t"/>
              <a:pathLst>
                <a:path extrusionOk="0" h="47528" w="4796">
                  <a:moveTo>
                    <a:pt x="2414" y="0"/>
                  </a:moveTo>
                  <a:cubicBezTo>
                    <a:pt x="1077" y="0"/>
                    <a:pt x="0" y="1077"/>
                    <a:pt x="0" y="2414"/>
                  </a:cubicBezTo>
                  <a:lnTo>
                    <a:pt x="0" y="45113"/>
                  </a:lnTo>
                  <a:cubicBezTo>
                    <a:pt x="0" y="46451"/>
                    <a:pt x="1077" y="47527"/>
                    <a:pt x="2414" y="47527"/>
                  </a:cubicBezTo>
                  <a:cubicBezTo>
                    <a:pt x="3751" y="47527"/>
                    <a:pt x="4795" y="46451"/>
                    <a:pt x="4795" y="45113"/>
                  </a:cubicBezTo>
                  <a:lnTo>
                    <a:pt x="4795" y="2414"/>
                  </a:lnTo>
                  <a:cubicBezTo>
                    <a:pt x="4795" y="1077"/>
                    <a:pt x="3751" y="0"/>
                    <a:pt x="2414"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235" name="Google Shape;235;p21"/>
            <p:cNvSpPr/>
            <p:nvPr/>
          </p:nvSpPr>
          <p:spPr>
            <a:xfrm>
              <a:off x="2480300" y="3560450"/>
              <a:ext cx="698925" cy="738050"/>
            </a:xfrm>
            <a:custGeom>
              <a:rect b="b" l="l" r="r" t="t"/>
              <a:pathLst>
                <a:path extrusionOk="0" h="29522" w="27957">
                  <a:moveTo>
                    <a:pt x="25542" y="0"/>
                  </a:moveTo>
                  <a:cubicBezTo>
                    <a:pt x="24237" y="0"/>
                    <a:pt x="23161" y="1077"/>
                    <a:pt x="23161" y="2414"/>
                  </a:cubicBezTo>
                  <a:lnTo>
                    <a:pt x="23161" y="15266"/>
                  </a:lnTo>
                  <a:lnTo>
                    <a:pt x="2513" y="15266"/>
                  </a:lnTo>
                  <a:cubicBezTo>
                    <a:pt x="1208" y="15266"/>
                    <a:pt x="131" y="16310"/>
                    <a:pt x="131" y="17615"/>
                  </a:cubicBezTo>
                  <a:lnTo>
                    <a:pt x="1" y="27107"/>
                  </a:lnTo>
                  <a:cubicBezTo>
                    <a:pt x="1" y="28412"/>
                    <a:pt x="1045" y="29521"/>
                    <a:pt x="2382" y="29521"/>
                  </a:cubicBezTo>
                  <a:lnTo>
                    <a:pt x="2415" y="29521"/>
                  </a:lnTo>
                  <a:cubicBezTo>
                    <a:pt x="3720" y="29521"/>
                    <a:pt x="4763" y="28477"/>
                    <a:pt x="4796" y="27173"/>
                  </a:cubicBezTo>
                  <a:lnTo>
                    <a:pt x="4894" y="20062"/>
                  </a:lnTo>
                  <a:lnTo>
                    <a:pt x="25542" y="20062"/>
                  </a:lnTo>
                  <a:cubicBezTo>
                    <a:pt x="26880" y="20062"/>
                    <a:pt x="27956" y="18985"/>
                    <a:pt x="27956" y="17648"/>
                  </a:cubicBezTo>
                  <a:lnTo>
                    <a:pt x="27956" y="2414"/>
                  </a:lnTo>
                  <a:cubicBezTo>
                    <a:pt x="27956" y="1077"/>
                    <a:pt x="26880" y="0"/>
                    <a:pt x="25542"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236" name="Google Shape;236;p21"/>
            <p:cNvSpPr/>
            <p:nvPr/>
          </p:nvSpPr>
          <p:spPr>
            <a:xfrm>
              <a:off x="2751050" y="238125"/>
              <a:ext cx="735600" cy="735600"/>
            </a:xfrm>
            <a:custGeom>
              <a:rect b="b" l="l" r="r" t="t"/>
              <a:pathLst>
                <a:path extrusionOk="0" h="29424" w="29424">
                  <a:moveTo>
                    <a:pt x="14712" y="7274"/>
                  </a:moveTo>
                  <a:cubicBezTo>
                    <a:pt x="18822" y="7274"/>
                    <a:pt x="22150" y="10601"/>
                    <a:pt x="22150" y="14712"/>
                  </a:cubicBezTo>
                  <a:cubicBezTo>
                    <a:pt x="22150" y="18822"/>
                    <a:pt x="18822" y="22182"/>
                    <a:pt x="14712" y="22182"/>
                  </a:cubicBezTo>
                  <a:cubicBezTo>
                    <a:pt x="10602" y="22182"/>
                    <a:pt x="7242" y="18822"/>
                    <a:pt x="7242" y="14712"/>
                  </a:cubicBezTo>
                  <a:cubicBezTo>
                    <a:pt x="7242" y="10601"/>
                    <a:pt x="10602" y="7274"/>
                    <a:pt x="14712" y="7274"/>
                  </a:cubicBezTo>
                  <a:close/>
                  <a:moveTo>
                    <a:pt x="14712" y="0"/>
                  </a:moveTo>
                  <a:cubicBezTo>
                    <a:pt x="6590" y="0"/>
                    <a:pt x="1" y="6589"/>
                    <a:pt x="1" y="14712"/>
                  </a:cubicBezTo>
                  <a:cubicBezTo>
                    <a:pt x="1" y="22834"/>
                    <a:pt x="6590" y="29423"/>
                    <a:pt x="14712" y="29423"/>
                  </a:cubicBezTo>
                  <a:cubicBezTo>
                    <a:pt x="22835" y="29423"/>
                    <a:pt x="29424" y="22834"/>
                    <a:pt x="29424" y="14712"/>
                  </a:cubicBezTo>
                  <a:cubicBezTo>
                    <a:pt x="29424" y="6589"/>
                    <a:pt x="22802" y="0"/>
                    <a:pt x="14712"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237" name="Google Shape;237;p21"/>
            <p:cNvSpPr/>
            <p:nvPr/>
          </p:nvSpPr>
          <p:spPr>
            <a:xfrm>
              <a:off x="2169600" y="1097650"/>
              <a:ext cx="1009625" cy="782900"/>
            </a:xfrm>
            <a:custGeom>
              <a:rect b="b" l="l" r="r" t="t"/>
              <a:pathLst>
                <a:path extrusionOk="0" h="31316" w="40385">
                  <a:moveTo>
                    <a:pt x="2382" y="0"/>
                  </a:moveTo>
                  <a:cubicBezTo>
                    <a:pt x="1077" y="0"/>
                    <a:pt x="1" y="1077"/>
                    <a:pt x="1" y="2382"/>
                  </a:cubicBezTo>
                  <a:lnTo>
                    <a:pt x="1" y="15201"/>
                  </a:lnTo>
                  <a:cubicBezTo>
                    <a:pt x="1" y="16539"/>
                    <a:pt x="1077" y="17615"/>
                    <a:pt x="2382" y="17615"/>
                  </a:cubicBezTo>
                  <a:lnTo>
                    <a:pt x="35589" y="17615"/>
                  </a:lnTo>
                  <a:lnTo>
                    <a:pt x="35589" y="28934"/>
                  </a:lnTo>
                  <a:cubicBezTo>
                    <a:pt x="35589" y="30239"/>
                    <a:pt x="36665" y="31315"/>
                    <a:pt x="37970" y="31315"/>
                  </a:cubicBezTo>
                  <a:cubicBezTo>
                    <a:pt x="39308" y="31315"/>
                    <a:pt x="40384" y="30239"/>
                    <a:pt x="40384" y="28934"/>
                  </a:cubicBezTo>
                  <a:lnTo>
                    <a:pt x="40384" y="15201"/>
                  </a:lnTo>
                  <a:cubicBezTo>
                    <a:pt x="40384" y="13896"/>
                    <a:pt x="39308" y="12820"/>
                    <a:pt x="37970" y="12820"/>
                  </a:cubicBezTo>
                  <a:lnTo>
                    <a:pt x="4796" y="12820"/>
                  </a:lnTo>
                  <a:lnTo>
                    <a:pt x="4796" y="2382"/>
                  </a:lnTo>
                  <a:cubicBezTo>
                    <a:pt x="4796" y="1077"/>
                    <a:pt x="3719" y="0"/>
                    <a:pt x="2382"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238" name="Google Shape;238;p21"/>
            <p:cNvSpPr/>
            <p:nvPr/>
          </p:nvSpPr>
          <p:spPr>
            <a:xfrm>
              <a:off x="1864625" y="512125"/>
              <a:ext cx="735600" cy="736425"/>
            </a:xfrm>
            <a:custGeom>
              <a:rect b="b" l="l" r="r" t="t"/>
              <a:pathLst>
                <a:path extrusionOk="0" h="29457" w="29424">
                  <a:moveTo>
                    <a:pt x="14712" y="7275"/>
                  </a:moveTo>
                  <a:cubicBezTo>
                    <a:pt x="18822" y="7275"/>
                    <a:pt x="22181" y="10602"/>
                    <a:pt x="22181" y="14712"/>
                  </a:cubicBezTo>
                  <a:cubicBezTo>
                    <a:pt x="22181" y="18822"/>
                    <a:pt x="18822" y="22182"/>
                    <a:pt x="14712" y="22182"/>
                  </a:cubicBezTo>
                  <a:cubicBezTo>
                    <a:pt x="10601" y="22182"/>
                    <a:pt x="7274" y="18822"/>
                    <a:pt x="7274" y="14712"/>
                  </a:cubicBezTo>
                  <a:cubicBezTo>
                    <a:pt x="7274" y="10602"/>
                    <a:pt x="10601" y="7275"/>
                    <a:pt x="14712" y="7275"/>
                  </a:cubicBezTo>
                  <a:close/>
                  <a:moveTo>
                    <a:pt x="14712" y="0"/>
                  </a:moveTo>
                  <a:cubicBezTo>
                    <a:pt x="6589" y="0"/>
                    <a:pt x="0" y="6622"/>
                    <a:pt x="0" y="14744"/>
                  </a:cubicBezTo>
                  <a:cubicBezTo>
                    <a:pt x="0" y="22834"/>
                    <a:pt x="6589" y="29456"/>
                    <a:pt x="14712" y="29456"/>
                  </a:cubicBezTo>
                  <a:cubicBezTo>
                    <a:pt x="22834" y="29456"/>
                    <a:pt x="29423" y="22834"/>
                    <a:pt x="29423" y="14744"/>
                  </a:cubicBezTo>
                  <a:cubicBezTo>
                    <a:pt x="29423" y="6622"/>
                    <a:pt x="22834" y="0"/>
                    <a:pt x="14712"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239" name="Google Shape;239;p21"/>
            <p:cNvSpPr/>
            <p:nvPr/>
          </p:nvSpPr>
          <p:spPr>
            <a:xfrm>
              <a:off x="3653800" y="844025"/>
              <a:ext cx="1151500" cy="902775"/>
            </a:xfrm>
            <a:custGeom>
              <a:rect b="b" l="l" r="r" t="t"/>
              <a:pathLst>
                <a:path extrusionOk="0" h="36111" w="46060">
                  <a:moveTo>
                    <a:pt x="43646" y="1"/>
                  </a:moveTo>
                  <a:cubicBezTo>
                    <a:pt x="42309" y="1"/>
                    <a:pt x="41265" y="1077"/>
                    <a:pt x="41265" y="2414"/>
                  </a:cubicBezTo>
                  <a:lnTo>
                    <a:pt x="41265" y="12983"/>
                  </a:lnTo>
                  <a:lnTo>
                    <a:pt x="2415" y="12983"/>
                  </a:lnTo>
                  <a:cubicBezTo>
                    <a:pt x="1077" y="12983"/>
                    <a:pt x="1" y="14060"/>
                    <a:pt x="1" y="15397"/>
                  </a:cubicBezTo>
                  <a:lnTo>
                    <a:pt x="1" y="33730"/>
                  </a:lnTo>
                  <a:cubicBezTo>
                    <a:pt x="1" y="35034"/>
                    <a:pt x="1077" y="36111"/>
                    <a:pt x="2415" y="36111"/>
                  </a:cubicBezTo>
                  <a:cubicBezTo>
                    <a:pt x="3752" y="36111"/>
                    <a:pt x="4796" y="35034"/>
                    <a:pt x="4796" y="33730"/>
                  </a:cubicBezTo>
                  <a:lnTo>
                    <a:pt x="4796" y="17778"/>
                  </a:lnTo>
                  <a:lnTo>
                    <a:pt x="43646" y="17778"/>
                  </a:lnTo>
                  <a:cubicBezTo>
                    <a:pt x="44984" y="17778"/>
                    <a:pt x="46060" y="16702"/>
                    <a:pt x="46060" y="15397"/>
                  </a:cubicBezTo>
                  <a:lnTo>
                    <a:pt x="46060" y="2414"/>
                  </a:lnTo>
                  <a:cubicBezTo>
                    <a:pt x="46060" y="1077"/>
                    <a:pt x="44984" y="1"/>
                    <a:pt x="43646"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240" name="Google Shape;240;p21"/>
            <p:cNvSpPr/>
            <p:nvPr/>
          </p:nvSpPr>
          <p:spPr>
            <a:xfrm>
              <a:off x="3935150" y="1418125"/>
              <a:ext cx="1171075" cy="328675"/>
            </a:xfrm>
            <a:custGeom>
              <a:rect b="b" l="l" r="r" t="t"/>
              <a:pathLst>
                <a:path extrusionOk="0" h="13147" w="46843">
                  <a:moveTo>
                    <a:pt x="2382" y="1"/>
                  </a:moveTo>
                  <a:cubicBezTo>
                    <a:pt x="1077" y="1"/>
                    <a:pt x="1" y="1077"/>
                    <a:pt x="1" y="2382"/>
                  </a:cubicBezTo>
                  <a:lnTo>
                    <a:pt x="1" y="10766"/>
                  </a:lnTo>
                  <a:cubicBezTo>
                    <a:pt x="1" y="12070"/>
                    <a:pt x="1077" y="13147"/>
                    <a:pt x="2382" y="13147"/>
                  </a:cubicBezTo>
                  <a:cubicBezTo>
                    <a:pt x="3719" y="13147"/>
                    <a:pt x="4796" y="12070"/>
                    <a:pt x="4796" y="10766"/>
                  </a:cubicBezTo>
                  <a:lnTo>
                    <a:pt x="4796" y="4796"/>
                  </a:lnTo>
                  <a:lnTo>
                    <a:pt x="44429" y="4796"/>
                  </a:lnTo>
                  <a:cubicBezTo>
                    <a:pt x="45766" y="4796"/>
                    <a:pt x="46843" y="3720"/>
                    <a:pt x="46843" y="2382"/>
                  </a:cubicBezTo>
                  <a:cubicBezTo>
                    <a:pt x="46843" y="1077"/>
                    <a:pt x="45766" y="1"/>
                    <a:pt x="44429"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241" name="Google Shape;241;p21"/>
            <p:cNvSpPr/>
            <p:nvPr/>
          </p:nvSpPr>
          <p:spPr>
            <a:xfrm>
              <a:off x="4992025" y="1121300"/>
              <a:ext cx="735600" cy="735600"/>
            </a:xfrm>
            <a:custGeom>
              <a:rect b="b" l="l" r="r" t="t"/>
              <a:pathLst>
                <a:path extrusionOk="0" h="29424" w="29424">
                  <a:moveTo>
                    <a:pt x="14712" y="7275"/>
                  </a:moveTo>
                  <a:cubicBezTo>
                    <a:pt x="18823" y="7275"/>
                    <a:pt x="22182" y="10602"/>
                    <a:pt x="22182" y="14712"/>
                  </a:cubicBezTo>
                  <a:cubicBezTo>
                    <a:pt x="22182" y="18822"/>
                    <a:pt x="18823" y="22182"/>
                    <a:pt x="14712" y="22182"/>
                  </a:cubicBezTo>
                  <a:cubicBezTo>
                    <a:pt x="10602" y="22182"/>
                    <a:pt x="7275" y="18822"/>
                    <a:pt x="7275" y="14712"/>
                  </a:cubicBezTo>
                  <a:cubicBezTo>
                    <a:pt x="7275" y="10602"/>
                    <a:pt x="10602" y="7275"/>
                    <a:pt x="14712" y="7275"/>
                  </a:cubicBezTo>
                  <a:close/>
                  <a:moveTo>
                    <a:pt x="14712" y="0"/>
                  </a:moveTo>
                  <a:cubicBezTo>
                    <a:pt x="6590" y="0"/>
                    <a:pt x="1" y="6590"/>
                    <a:pt x="1" y="14712"/>
                  </a:cubicBezTo>
                  <a:cubicBezTo>
                    <a:pt x="1" y="22834"/>
                    <a:pt x="6590" y="29423"/>
                    <a:pt x="14712" y="29423"/>
                  </a:cubicBezTo>
                  <a:cubicBezTo>
                    <a:pt x="22835" y="29423"/>
                    <a:pt x="29424" y="22834"/>
                    <a:pt x="29424" y="14712"/>
                  </a:cubicBezTo>
                  <a:cubicBezTo>
                    <a:pt x="29424" y="6590"/>
                    <a:pt x="22835" y="0"/>
                    <a:pt x="14712"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242" name="Google Shape;242;p21"/>
            <p:cNvSpPr/>
            <p:nvPr/>
          </p:nvSpPr>
          <p:spPr>
            <a:xfrm>
              <a:off x="4376325" y="251150"/>
              <a:ext cx="735600" cy="736425"/>
            </a:xfrm>
            <a:custGeom>
              <a:rect b="b" l="l" r="r" t="t"/>
              <a:pathLst>
                <a:path extrusionOk="0" h="29457" w="29424">
                  <a:moveTo>
                    <a:pt x="14712" y="7275"/>
                  </a:moveTo>
                  <a:cubicBezTo>
                    <a:pt x="18823" y="7275"/>
                    <a:pt x="22182" y="10602"/>
                    <a:pt x="22182" y="14745"/>
                  </a:cubicBezTo>
                  <a:cubicBezTo>
                    <a:pt x="22182" y="18855"/>
                    <a:pt x="18823" y="22182"/>
                    <a:pt x="14712" y="22182"/>
                  </a:cubicBezTo>
                  <a:cubicBezTo>
                    <a:pt x="10602" y="22182"/>
                    <a:pt x="7275" y="18855"/>
                    <a:pt x="7275" y="14745"/>
                  </a:cubicBezTo>
                  <a:cubicBezTo>
                    <a:pt x="7275" y="10602"/>
                    <a:pt x="10602" y="7275"/>
                    <a:pt x="14712" y="7275"/>
                  </a:cubicBezTo>
                  <a:close/>
                  <a:moveTo>
                    <a:pt x="14712" y="1"/>
                  </a:moveTo>
                  <a:cubicBezTo>
                    <a:pt x="6623" y="1"/>
                    <a:pt x="1" y="6623"/>
                    <a:pt x="1" y="14745"/>
                  </a:cubicBezTo>
                  <a:cubicBezTo>
                    <a:pt x="1" y="22835"/>
                    <a:pt x="6623" y="29457"/>
                    <a:pt x="14712" y="29457"/>
                  </a:cubicBezTo>
                  <a:cubicBezTo>
                    <a:pt x="22835" y="29457"/>
                    <a:pt x="29424" y="22835"/>
                    <a:pt x="29424" y="14745"/>
                  </a:cubicBezTo>
                  <a:cubicBezTo>
                    <a:pt x="29424" y="6623"/>
                    <a:pt x="22835" y="1"/>
                    <a:pt x="14712"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243" name="Google Shape;243;p21"/>
            <p:cNvSpPr/>
            <p:nvPr/>
          </p:nvSpPr>
          <p:spPr>
            <a:xfrm>
              <a:off x="3051975" y="4707850"/>
              <a:ext cx="735600" cy="736425"/>
            </a:xfrm>
            <a:custGeom>
              <a:rect b="b" l="l" r="r" t="t"/>
              <a:pathLst>
                <a:path extrusionOk="0" h="29457" w="29424">
                  <a:moveTo>
                    <a:pt x="14712" y="7275"/>
                  </a:moveTo>
                  <a:cubicBezTo>
                    <a:pt x="18822" y="7275"/>
                    <a:pt x="22149" y="10635"/>
                    <a:pt x="22149" y="14745"/>
                  </a:cubicBezTo>
                  <a:cubicBezTo>
                    <a:pt x="22149" y="18855"/>
                    <a:pt x="18822" y="22182"/>
                    <a:pt x="14712" y="22182"/>
                  </a:cubicBezTo>
                  <a:cubicBezTo>
                    <a:pt x="10602" y="22182"/>
                    <a:pt x="7242" y="18855"/>
                    <a:pt x="7242" y="14745"/>
                  </a:cubicBezTo>
                  <a:cubicBezTo>
                    <a:pt x="7242" y="10635"/>
                    <a:pt x="10602" y="7275"/>
                    <a:pt x="14712" y="7275"/>
                  </a:cubicBezTo>
                  <a:close/>
                  <a:moveTo>
                    <a:pt x="14712" y="0"/>
                  </a:moveTo>
                  <a:cubicBezTo>
                    <a:pt x="6590" y="0"/>
                    <a:pt x="0" y="6622"/>
                    <a:pt x="0" y="14745"/>
                  </a:cubicBezTo>
                  <a:cubicBezTo>
                    <a:pt x="0" y="22834"/>
                    <a:pt x="6590" y="29456"/>
                    <a:pt x="14712" y="29456"/>
                  </a:cubicBezTo>
                  <a:cubicBezTo>
                    <a:pt x="22834" y="29456"/>
                    <a:pt x="29423" y="22834"/>
                    <a:pt x="29423" y="14745"/>
                  </a:cubicBezTo>
                  <a:cubicBezTo>
                    <a:pt x="29423" y="6622"/>
                    <a:pt x="22834" y="0"/>
                    <a:pt x="14712"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244" name="Google Shape;244;p21"/>
            <p:cNvSpPr/>
            <p:nvPr/>
          </p:nvSpPr>
          <p:spPr>
            <a:xfrm>
              <a:off x="3653800" y="3644450"/>
              <a:ext cx="910125" cy="1188200"/>
            </a:xfrm>
            <a:custGeom>
              <a:rect b="b" l="l" r="r" t="t"/>
              <a:pathLst>
                <a:path extrusionOk="0" h="47528" w="36405">
                  <a:moveTo>
                    <a:pt x="2415" y="0"/>
                  </a:moveTo>
                  <a:cubicBezTo>
                    <a:pt x="1077" y="0"/>
                    <a:pt x="1" y="1077"/>
                    <a:pt x="1" y="2414"/>
                  </a:cubicBezTo>
                  <a:lnTo>
                    <a:pt x="1" y="35784"/>
                  </a:lnTo>
                  <a:cubicBezTo>
                    <a:pt x="1" y="36404"/>
                    <a:pt x="262" y="37024"/>
                    <a:pt x="718" y="37480"/>
                  </a:cubicBezTo>
                  <a:cubicBezTo>
                    <a:pt x="1175" y="37937"/>
                    <a:pt x="1762" y="38165"/>
                    <a:pt x="2415" y="38165"/>
                  </a:cubicBezTo>
                  <a:lnTo>
                    <a:pt x="31609" y="38100"/>
                  </a:lnTo>
                  <a:lnTo>
                    <a:pt x="31609" y="45113"/>
                  </a:lnTo>
                  <a:cubicBezTo>
                    <a:pt x="31609" y="46451"/>
                    <a:pt x="32686" y="47527"/>
                    <a:pt x="34023" y="47527"/>
                  </a:cubicBezTo>
                  <a:cubicBezTo>
                    <a:pt x="35328" y="47527"/>
                    <a:pt x="36405" y="46451"/>
                    <a:pt x="36405" y="45113"/>
                  </a:cubicBezTo>
                  <a:lnTo>
                    <a:pt x="36405" y="35686"/>
                  </a:lnTo>
                  <a:cubicBezTo>
                    <a:pt x="36405" y="35067"/>
                    <a:pt x="36144" y="34447"/>
                    <a:pt x="35687" y="33990"/>
                  </a:cubicBezTo>
                  <a:cubicBezTo>
                    <a:pt x="35263" y="33566"/>
                    <a:pt x="34643" y="33305"/>
                    <a:pt x="34023" y="33305"/>
                  </a:cubicBezTo>
                  <a:lnTo>
                    <a:pt x="33991" y="33305"/>
                  </a:lnTo>
                  <a:lnTo>
                    <a:pt x="4796" y="33370"/>
                  </a:lnTo>
                  <a:lnTo>
                    <a:pt x="4796" y="2414"/>
                  </a:lnTo>
                  <a:cubicBezTo>
                    <a:pt x="4796" y="1077"/>
                    <a:pt x="3719" y="0"/>
                    <a:pt x="2415"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245" name="Google Shape;245;p21"/>
            <p:cNvSpPr/>
            <p:nvPr/>
          </p:nvSpPr>
          <p:spPr>
            <a:xfrm>
              <a:off x="4121900" y="4721725"/>
              <a:ext cx="736425" cy="735600"/>
            </a:xfrm>
            <a:custGeom>
              <a:rect b="b" l="l" r="r" t="t"/>
              <a:pathLst>
                <a:path extrusionOk="0" h="29424" w="29457">
                  <a:moveTo>
                    <a:pt x="14745" y="7242"/>
                  </a:moveTo>
                  <a:cubicBezTo>
                    <a:pt x="18855" y="7242"/>
                    <a:pt x="22182" y="10601"/>
                    <a:pt x="22182" y="14712"/>
                  </a:cubicBezTo>
                  <a:cubicBezTo>
                    <a:pt x="22182" y="18822"/>
                    <a:pt x="18855" y="22149"/>
                    <a:pt x="14745" y="22149"/>
                  </a:cubicBezTo>
                  <a:cubicBezTo>
                    <a:pt x="10635" y="22149"/>
                    <a:pt x="7275" y="18822"/>
                    <a:pt x="7275" y="14712"/>
                  </a:cubicBezTo>
                  <a:cubicBezTo>
                    <a:pt x="7275" y="10601"/>
                    <a:pt x="10635" y="7242"/>
                    <a:pt x="14745" y="7242"/>
                  </a:cubicBezTo>
                  <a:close/>
                  <a:moveTo>
                    <a:pt x="14745" y="0"/>
                  </a:moveTo>
                  <a:cubicBezTo>
                    <a:pt x="6622" y="0"/>
                    <a:pt x="1" y="6589"/>
                    <a:pt x="1" y="14712"/>
                  </a:cubicBezTo>
                  <a:cubicBezTo>
                    <a:pt x="1" y="22834"/>
                    <a:pt x="6622" y="29423"/>
                    <a:pt x="14745" y="29423"/>
                  </a:cubicBezTo>
                  <a:cubicBezTo>
                    <a:pt x="22834" y="29423"/>
                    <a:pt x="29456" y="22834"/>
                    <a:pt x="29456" y="14712"/>
                  </a:cubicBezTo>
                  <a:cubicBezTo>
                    <a:pt x="29456" y="6589"/>
                    <a:pt x="22834" y="0"/>
                    <a:pt x="14745" y="0"/>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246" name="Google Shape;246;p21"/>
            <p:cNvSpPr/>
            <p:nvPr/>
          </p:nvSpPr>
          <p:spPr>
            <a:xfrm>
              <a:off x="2143500" y="4170900"/>
              <a:ext cx="775575" cy="735950"/>
            </a:xfrm>
            <a:custGeom>
              <a:rect b="b" l="l" r="r" t="t"/>
              <a:pathLst>
                <a:path extrusionOk="0" h="29438" w="31023">
                  <a:moveTo>
                    <a:pt x="15887" y="7256"/>
                  </a:moveTo>
                  <a:cubicBezTo>
                    <a:pt x="17420" y="7256"/>
                    <a:pt x="18920" y="7746"/>
                    <a:pt x="20193" y="8659"/>
                  </a:cubicBezTo>
                  <a:cubicBezTo>
                    <a:pt x="21824" y="9801"/>
                    <a:pt x="22900" y="11529"/>
                    <a:pt x="23226" y="13487"/>
                  </a:cubicBezTo>
                  <a:cubicBezTo>
                    <a:pt x="23552" y="15444"/>
                    <a:pt x="23096" y="17434"/>
                    <a:pt x="21954" y="19065"/>
                  </a:cubicBezTo>
                  <a:cubicBezTo>
                    <a:pt x="20780" y="20663"/>
                    <a:pt x="19084" y="21739"/>
                    <a:pt x="17094" y="22066"/>
                  </a:cubicBezTo>
                  <a:cubicBezTo>
                    <a:pt x="16681" y="22135"/>
                    <a:pt x="16267" y="22168"/>
                    <a:pt x="15857" y="22168"/>
                  </a:cubicBezTo>
                  <a:cubicBezTo>
                    <a:pt x="14325" y="22168"/>
                    <a:pt x="12835" y="21694"/>
                    <a:pt x="11548" y="20793"/>
                  </a:cubicBezTo>
                  <a:cubicBezTo>
                    <a:pt x="9917" y="19652"/>
                    <a:pt x="8841" y="17923"/>
                    <a:pt x="8515" y="15966"/>
                  </a:cubicBezTo>
                  <a:cubicBezTo>
                    <a:pt x="8189" y="14009"/>
                    <a:pt x="8645" y="12019"/>
                    <a:pt x="9787" y="10388"/>
                  </a:cubicBezTo>
                  <a:cubicBezTo>
                    <a:pt x="10961" y="8789"/>
                    <a:pt x="12657" y="7713"/>
                    <a:pt x="14647" y="7387"/>
                  </a:cubicBezTo>
                  <a:cubicBezTo>
                    <a:pt x="15071" y="7289"/>
                    <a:pt x="15463" y="7256"/>
                    <a:pt x="15887" y="7256"/>
                  </a:cubicBezTo>
                  <a:close/>
                  <a:moveTo>
                    <a:pt x="15934" y="1"/>
                  </a:moveTo>
                  <a:cubicBezTo>
                    <a:pt x="15107" y="1"/>
                    <a:pt x="14274" y="70"/>
                    <a:pt x="13440" y="210"/>
                  </a:cubicBezTo>
                  <a:cubicBezTo>
                    <a:pt x="5448" y="1548"/>
                    <a:pt x="1" y="9148"/>
                    <a:pt x="1371" y="17173"/>
                  </a:cubicBezTo>
                  <a:cubicBezTo>
                    <a:pt x="2023" y="21054"/>
                    <a:pt x="4144" y="24447"/>
                    <a:pt x="7340" y="26698"/>
                  </a:cubicBezTo>
                  <a:cubicBezTo>
                    <a:pt x="9848" y="28489"/>
                    <a:pt x="12810" y="29434"/>
                    <a:pt x="15838" y="29438"/>
                  </a:cubicBezTo>
                  <a:lnTo>
                    <a:pt x="15838" y="29438"/>
                  </a:lnTo>
                  <a:cubicBezTo>
                    <a:pt x="16680" y="29437"/>
                    <a:pt x="17491" y="29372"/>
                    <a:pt x="18301" y="29242"/>
                  </a:cubicBezTo>
                  <a:cubicBezTo>
                    <a:pt x="22182" y="28590"/>
                    <a:pt x="25575" y="26469"/>
                    <a:pt x="27858" y="23273"/>
                  </a:cubicBezTo>
                  <a:cubicBezTo>
                    <a:pt x="30142" y="20076"/>
                    <a:pt x="31022" y="16161"/>
                    <a:pt x="30370" y="12280"/>
                  </a:cubicBezTo>
                  <a:cubicBezTo>
                    <a:pt x="29750" y="8398"/>
                    <a:pt x="27597" y="5005"/>
                    <a:pt x="24401" y="2722"/>
                  </a:cubicBezTo>
                  <a:cubicBezTo>
                    <a:pt x="21890" y="929"/>
                    <a:pt x="18958" y="1"/>
                    <a:pt x="15934" y="1"/>
                  </a:cubicBezTo>
                  <a:close/>
                  <a:moveTo>
                    <a:pt x="15838" y="29438"/>
                  </a:moveTo>
                  <a:cubicBezTo>
                    <a:pt x="15833" y="29438"/>
                    <a:pt x="15827" y="29438"/>
                    <a:pt x="15822" y="29438"/>
                  </a:cubicBezTo>
                  <a:lnTo>
                    <a:pt x="15854" y="29438"/>
                  </a:lnTo>
                  <a:cubicBezTo>
                    <a:pt x="15849" y="29438"/>
                    <a:pt x="15844" y="29438"/>
                    <a:pt x="15838" y="29438"/>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2"/>
          <p:cNvSpPr txBox="1"/>
          <p:nvPr>
            <p:ph idx="4294967295" type="body"/>
          </p:nvPr>
        </p:nvSpPr>
        <p:spPr>
          <a:xfrm>
            <a:off x="6167908" y="2021583"/>
            <a:ext cx="2607900" cy="415500"/>
          </a:xfrm>
          <a:prstGeom prst="rect">
            <a:avLst/>
          </a:prstGeom>
          <a:noFill/>
        </p:spPr>
        <p:txBody>
          <a:bodyPr anchorCtr="0" anchor="t" bIns="91425" lIns="91425" spcFirstLastPara="1" rIns="91425" wrap="square" tIns="91425">
            <a:normAutofit/>
          </a:bodyPr>
          <a:lstStyle/>
          <a:p>
            <a:pPr indent="0" lvl="0" marL="0" rtl="0" algn="l">
              <a:spcBef>
                <a:spcPts val="0"/>
              </a:spcBef>
              <a:spcAft>
                <a:spcPts val="1200"/>
              </a:spcAft>
              <a:buNone/>
            </a:pPr>
            <a:r>
              <a:rPr b="1" lang="en" sz="1500">
                <a:solidFill>
                  <a:srgbClr val="28B5E8"/>
                </a:solidFill>
              </a:rPr>
              <a:t>3. Relationships</a:t>
            </a:r>
            <a:endParaRPr b="1" sz="1500">
              <a:solidFill>
                <a:srgbClr val="28B5E8"/>
              </a:solidFill>
            </a:endParaRPr>
          </a:p>
        </p:txBody>
      </p:sp>
      <p:sp>
        <p:nvSpPr>
          <p:cNvPr id="252" name="Google Shape;252;p22"/>
          <p:cNvSpPr txBox="1"/>
          <p:nvPr>
            <p:ph idx="4294967295" type="body"/>
          </p:nvPr>
        </p:nvSpPr>
        <p:spPr>
          <a:xfrm>
            <a:off x="368200" y="2013050"/>
            <a:ext cx="2579100" cy="415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sz="1500">
                <a:solidFill>
                  <a:srgbClr val="28B5E8"/>
                </a:solidFill>
              </a:rPr>
              <a:t>1. Logical Tables</a:t>
            </a:r>
            <a:endParaRPr b="1" sz="1500">
              <a:solidFill>
                <a:srgbClr val="28B5E8"/>
              </a:solidFill>
            </a:endParaRPr>
          </a:p>
        </p:txBody>
      </p:sp>
      <p:sp>
        <p:nvSpPr>
          <p:cNvPr id="253" name="Google Shape;253;p22"/>
          <p:cNvSpPr txBox="1"/>
          <p:nvPr/>
        </p:nvSpPr>
        <p:spPr>
          <a:xfrm>
            <a:off x="415200" y="869400"/>
            <a:ext cx="7849200" cy="87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1"/>
                </a:solidFill>
              </a:rPr>
              <a:t>A Semantic View in Cortex Analyst is a mapping between business terms and underlying data model</a:t>
            </a:r>
            <a:endParaRPr sz="1800">
              <a:solidFill>
                <a:schemeClr val="dk1"/>
              </a:solidFill>
            </a:endParaRPr>
          </a:p>
        </p:txBody>
      </p:sp>
      <p:sp>
        <p:nvSpPr>
          <p:cNvPr id="254" name="Google Shape;254;p22"/>
          <p:cNvSpPr txBox="1"/>
          <p:nvPr>
            <p:ph idx="4294967295" type="title"/>
          </p:nvPr>
        </p:nvSpPr>
        <p:spPr>
          <a:xfrm>
            <a:off x="367897" y="228600"/>
            <a:ext cx="8344800" cy="52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a Semantic View?</a:t>
            </a:r>
            <a:endParaRPr>
              <a:solidFill>
                <a:srgbClr val="5B5B5B"/>
              </a:solidFill>
            </a:endParaRPr>
          </a:p>
        </p:txBody>
      </p:sp>
      <p:sp>
        <p:nvSpPr>
          <p:cNvPr id="255" name="Google Shape;255;p22"/>
          <p:cNvSpPr txBox="1"/>
          <p:nvPr>
            <p:ph idx="12" type="sldNum"/>
          </p:nvPr>
        </p:nvSpPr>
        <p:spPr>
          <a:xfrm>
            <a:off x="8229600" y="4866905"/>
            <a:ext cx="473700" cy="92400"/>
          </a:xfrm>
          <a:prstGeom prst="rect">
            <a:avLst/>
          </a:prstGeom>
          <a:noFill/>
          <a:ln>
            <a:noFill/>
          </a:ln>
        </p:spPr>
        <p:txBody>
          <a:bodyPr anchorCtr="0" anchor="b" bIns="0" lIns="0" spcFirstLastPara="1" rIns="0" wrap="square" tIns="0">
            <a:sp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256" name="Google Shape;256;p22"/>
          <p:cNvSpPr txBox="1"/>
          <p:nvPr>
            <p:ph idx="4294967295" type="body"/>
          </p:nvPr>
        </p:nvSpPr>
        <p:spPr>
          <a:xfrm>
            <a:off x="3235169" y="2598897"/>
            <a:ext cx="2682000" cy="9978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1000"/>
              <a:t>Metrics</a:t>
            </a:r>
            <a:r>
              <a:rPr lang="en" sz="1000"/>
              <a:t>: Predefined calculations (e.g., Total Revenue = SUM of net sales)</a:t>
            </a:r>
            <a:endParaRPr sz="1000"/>
          </a:p>
          <a:p>
            <a:pPr indent="0" lvl="0" marL="0" rtl="0" algn="l">
              <a:spcBef>
                <a:spcPts val="1200"/>
              </a:spcBef>
              <a:spcAft>
                <a:spcPts val="1200"/>
              </a:spcAft>
              <a:buNone/>
            </a:pPr>
            <a:r>
              <a:rPr b="1" lang="en" sz="1000"/>
              <a:t>Filters</a:t>
            </a:r>
            <a:r>
              <a:rPr lang="en" sz="1000"/>
              <a:t>: Quick conditions to narrow results (e.g., Only North America)</a:t>
            </a:r>
            <a:endParaRPr sz="1000"/>
          </a:p>
        </p:txBody>
      </p:sp>
      <p:sp>
        <p:nvSpPr>
          <p:cNvPr id="257" name="Google Shape;257;p22"/>
          <p:cNvSpPr txBox="1"/>
          <p:nvPr>
            <p:ph idx="4294967295" type="body"/>
          </p:nvPr>
        </p:nvSpPr>
        <p:spPr>
          <a:xfrm>
            <a:off x="368200" y="2573550"/>
            <a:ext cx="2579100" cy="18342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1000"/>
              <a:t>Represents business entities like Customers, Orders, Products, Time</a:t>
            </a:r>
            <a:endParaRPr sz="1000"/>
          </a:p>
          <a:p>
            <a:pPr indent="0" lvl="0" marL="0" rtl="0" algn="l">
              <a:spcBef>
                <a:spcPts val="1200"/>
              </a:spcBef>
              <a:spcAft>
                <a:spcPts val="0"/>
              </a:spcAft>
              <a:buNone/>
            </a:pPr>
            <a:r>
              <a:rPr lang="en" sz="1000"/>
              <a:t>Contains:</a:t>
            </a:r>
            <a:endParaRPr sz="1000"/>
          </a:p>
          <a:p>
            <a:pPr indent="-292100" lvl="0" marL="457200" rtl="0" algn="l">
              <a:spcBef>
                <a:spcPts val="1200"/>
              </a:spcBef>
              <a:spcAft>
                <a:spcPts val="0"/>
              </a:spcAft>
              <a:buSzPts val="1000"/>
              <a:buAutoNum type="arabicPeriod"/>
            </a:pPr>
            <a:r>
              <a:rPr b="1" lang="en" sz="1000"/>
              <a:t>Dimensions</a:t>
            </a:r>
            <a:r>
              <a:rPr lang="en" sz="1000"/>
              <a:t> (e.g., Product Name, Customer Region)</a:t>
            </a:r>
            <a:endParaRPr sz="1000"/>
          </a:p>
          <a:p>
            <a:pPr indent="-292100" lvl="0" marL="457200" rtl="0" algn="l">
              <a:spcBef>
                <a:spcPts val="0"/>
              </a:spcBef>
              <a:spcAft>
                <a:spcPts val="0"/>
              </a:spcAft>
              <a:buSzPts val="1000"/>
              <a:buAutoNum type="arabicPeriod"/>
            </a:pPr>
            <a:r>
              <a:rPr b="1" lang="en" sz="1000"/>
              <a:t>Time Dimensions</a:t>
            </a:r>
            <a:r>
              <a:rPr lang="en" sz="1000"/>
              <a:t> (e.g., Order Date, Shipping Time)</a:t>
            </a:r>
            <a:endParaRPr sz="1000"/>
          </a:p>
          <a:p>
            <a:pPr indent="-292100" lvl="0" marL="457200" rtl="0" algn="l">
              <a:spcBef>
                <a:spcPts val="0"/>
              </a:spcBef>
              <a:spcAft>
                <a:spcPts val="0"/>
              </a:spcAft>
              <a:buSzPts val="1000"/>
              <a:buAutoNum type="arabicPeriod"/>
            </a:pPr>
            <a:r>
              <a:rPr b="1" lang="en" sz="1000"/>
              <a:t>Facts</a:t>
            </a:r>
            <a:r>
              <a:rPr lang="en" sz="1000"/>
              <a:t> (e.g., Order Quantity, Price)</a:t>
            </a:r>
            <a:endParaRPr sz="1000"/>
          </a:p>
        </p:txBody>
      </p:sp>
      <p:sp>
        <p:nvSpPr>
          <p:cNvPr id="258" name="Google Shape;258;p22"/>
          <p:cNvSpPr txBox="1"/>
          <p:nvPr>
            <p:ph idx="4294967295" type="body"/>
          </p:nvPr>
        </p:nvSpPr>
        <p:spPr>
          <a:xfrm>
            <a:off x="6167912" y="2599945"/>
            <a:ext cx="2607900" cy="515700"/>
          </a:xfrm>
          <a:prstGeom prst="rect">
            <a:avLst/>
          </a:prstGeom>
          <a:noFill/>
        </p:spPr>
        <p:txBody>
          <a:bodyPr anchorCtr="0" anchor="t" bIns="91425" lIns="91425" spcFirstLastPara="1" rIns="91425" wrap="square" tIns="91425">
            <a:normAutofit/>
          </a:bodyPr>
          <a:lstStyle/>
          <a:p>
            <a:pPr indent="0" lvl="0" marL="0" rtl="0" algn="l">
              <a:spcBef>
                <a:spcPts val="0"/>
              </a:spcBef>
              <a:spcAft>
                <a:spcPts val="1200"/>
              </a:spcAft>
              <a:buNone/>
            </a:pPr>
            <a:r>
              <a:rPr lang="en" sz="1000"/>
              <a:t>Define joins between tables (e.g., Orders joined to Customers on customer_id)</a:t>
            </a:r>
            <a:endParaRPr sz="1000"/>
          </a:p>
        </p:txBody>
      </p:sp>
      <p:sp>
        <p:nvSpPr>
          <p:cNvPr id="259" name="Google Shape;259;p22"/>
          <p:cNvSpPr txBox="1"/>
          <p:nvPr>
            <p:ph idx="4294967295" type="body"/>
          </p:nvPr>
        </p:nvSpPr>
        <p:spPr>
          <a:xfrm>
            <a:off x="3235173" y="2021244"/>
            <a:ext cx="2682000" cy="415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sz="1500">
                <a:solidFill>
                  <a:srgbClr val="28B5E8"/>
                </a:solidFill>
              </a:rPr>
              <a:t>2. Metrics and Filters</a:t>
            </a:r>
            <a:endParaRPr b="1" sz="1500">
              <a:solidFill>
                <a:srgbClr val="28B5E8"/>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3"/>
          <p:cNvSpPr/>
          <p:nvPr/>
        </p:nvSpPr>
        <p:spPr>
          <a:xfrm>
            <a:off x="2791634" y="1478563"/>
            <a:ext cx="3248400" cy="2699100"/>
          </a:xfrm>
          <a:prstGeom prst="roundRect">
            <a:avLst>
              <a:gd fmla="val 2726" name="adj"/>
            </a:avLst>
          </a:prstGeom>
          <a:solidFill>
            <a:schemeClr val="lt1"/>
          </a:solidFill>
          <a:ln cap="flat" cmpd="sng" w="28575">
            <a:solidFill>
              <a:schemeClr val="accent1"/>
            </a:solidFill>
            <a:prstDash val="solid"/>
            <a:round/>
            <a:headEnd len="sm" w="sm" type="none"/>
            <a:tailEnd len="sm" w="sm" type="none"/>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800"/>
          </a:p>
        </p:txBody>
      </p:sp>
      <p:cxnSp>
        <p:nvCxnSpPr>
          <p:cNvPr id="266" name="Google Shape;266;p23"/>
          <p:cNvCxnSpPr/>
          <p:nvPr/>
        </p:nvCxnSpPr>
        <p:spPr>
          <a:xfrm flipH="1" rot="10800000">
            <a:off x="4245084" y="2810728"/>
            <a:ext cx="513900" cy="268200"/>
          </a:xfrm>
          <a:prstGeom prst="curvedConnector3">
            <a:avLst>
              <a:gd fmla="val 50000" name="adj1"/>
            </a:avLst>
          </a:prstGeom>
          <a:noFill/>
          <a:ln cap="flat" cmpd="sng" w="28575">
            <a:solidFill>
              <a:schemeClr val="dk2"/>
            </a:solidFill>
            <a:prstDash val="dash"/>
            <a:round/>
            <a:headEnd len="med" w="med" type="none"/>
            <a:tailEnd len="med" w="med" type="none"/>
          </a:ln>
        </p:spPr>
      </p:cxnSp>
      <p:cxnSp>
        <p:nvCxnSpPr>
          <p:cNvPr id="267" name="Google Shape;267;p23"/>
          <p:cNvCxnSpPr/>
          <p:nvPr/>
        </p:nvCxnSpPr>
        <p:spPr>
          <a:xfrm>
            <a:off x="4245084" y="2512294"/>
            <a:ext cx="513900" cy="268500"/>
          </a:xfrm>
          <a:prstGeom prst="curvedConnector3">
            <a:avLst>
              <a:gd fmla="val 50000" name="adj1"/>
            </a:avLst>
          </a:prstGeom>
          <a:noFill/>
          <a:ln cap="flat" cmpd="sng" w="28575">
            <a:solidFill>
              <a:schemeClr val="dk2"/>
            </a:solidFill>
            <a:prstDash val="dash"/>
            <a:round/>
            <a:headEnd len="med" w="med" type="none"/>
            <a:tailEnd len="med" w="med" type="none"/>
          </a:ln>
        </p:spPr>
      </p:cxnSp>
      <p:sp>
        <p:nvSpPr>
          <p:cNvPr id="268" name="Google Shape;268;p23"/>
          <p:cNvSpPr/>
          <p:nvPr/>
        </p:nvSpPr>
        <p:spPr>
          <a:xfrm>
            <a:off x="417138" y="1701563"/>
            <a:ext cx="1629600" cy="1260600"/>
          </a:xfrm>
          <a:prstGeom prst="wedgeRoundRectCallout">
            <a:avLst>
              <a:gd fmla="val -21257" name="adj1"/>
              <a:gd fmla="val 68287" name="adj2"/>
              <a:gd fmla="val 0" name="adj3"/>
            </a:avLst>
          </a:prstGeom>
          <a:solidFill>
            <a:schemeClr val="lt2"/>
          </a:solidFill>
          <a:ln cap="flat" cmpd="sng" w="2857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200"/>
          </a:p>
        </p:txBody>
      </p:sp>
      <p:sp>
        <p:nvSpPr>
          <p:cNvPr id="269" name="Google Shape;269;p23"/>
          <p:cNvSpPr/>
          <p:nvPr/>
        </p:nvSpPr>
        <p:spPr>
          <a:xfrm>
            <a:off x="721938" y="3450650"/>
            <a:ext cx="537248" cy="571897"/>
          </a:xfrm>
          <a:custGeom>
            <a:rect b="b" l="l" r="r" t="t"/>
            <a:pathLst>
              <a:path extrusionOk="0" h="9111" w="8559">
                <a:moveTo>
                  <a:pt x="3764" y="2156"/>
                </a:moveTo>
                <a:cubicBezTo>
                  <a:pt x="3759" y="2156"/>
                  <a:pt x="3754" y="2156"/>
                  <a:pt x="3749" y="2157"/>
                </a:cubicBezTo>
                <a:cubicBezTo>
                  <a:pt x="3660" y="2161"/>
                  <a:pt x="3584" y="2221"/>
                  <a:pt x="3554" y="2305"/>
                </a:cubicBezTo>
                <a:cubicBezTo>
                  <a:pt x="3547" y="2325"/>
                  <a:pt x="3377" y="2795"/>
                  <a:pt x="2723" y="3086"/>
                </a:cubicBezTo>
                <a:cubicBezTo>
                  <a:pt x="2611" y="3137"/>
                  <a:pt x="2561" y="3266"/>
                  <a:pt x="2608" y="3377"/>
                </a:cubicBezTo>
                <a:cubicBezTo>
                  <a:pt x="2643" y="3460"/>
                  <a:pt x="2723" y="3510"/>
                  <a:pt x="2807" y="3510"/>
                </a:cubicBezTo>
                <a:cubicBezTo>
                  <a:pt x="2837" y="3510"/>
                  <a:pt x="2867" y="3503"/>
                  <a:pt x="2896" y="3490"/>
                </a:cubicBezTo>
                <a:cubicBezTo>
                  <a:pt x="3343" y="3293"/>
                  <a:pt x="3615" y="3019"/>
                  <a:pt x="3774" y="2800"/>
                </a:cubicBezTo>
                <a:cubicBezTo>
                  <a:pt x="4068" y="3183"/>
                  <a:pt x="4683" y="3790"/>
                  <a:pt x="5737" y="4010"/>
                </a:cubicBezTo>
                <a:cubicBezTo>
                  <a:pt x="5752" y="4014"/>
                  <a:pt x="5767" y="4016"/>
                  <a:pt x="5783" y="4016"/>
                </a:cubicBezTo>
                <a:cubicBezTo>
                  <a:pt x="5886" y="4016"/>
                  <a:pt x="5978" y="3943"/>
                  <a:pt x="6000" y="3839"/>
                </a:cubicBezTo>
                <a:cubicBezTo>
                  <a:pt x="6024" y="3720"/>
                  <a:pt x="5948" y="3602"/>
                  <a:pt x="5829" y="3578"/>
                </a:cubicBezTo>
                <a:cubicBezTo>
                  <a:pt x="4493" y="3297"/>
                  <a:pt x="3980" y="2320"/>
                  <a:pt x="3960" y="2277"/>
                </a:cubicBezTo>
                <a:cubicBezTo>
                  <a:pt x="3923" y="2201"/>
                  <a:pt x="3847" y="2156"/>
                  <a:pt x="3764" y="2156"/>
                </a:cubicBezTo>
                <a:close/>
                <a:moveTo>
                  <a:pt x="2423" y="3669"/>
                </a:moveTo>
                <a:cubicBezTo>
                  <a:pt x="2417" y="3669"/>
                  <a:pt x="2412" y="3669"/>
                  <a:pt x="2406" y="3670"/>
                </a:cubicBezTo>
                <a:cubicBezTo>
                  <a:pt x="2285" y="3680"/>
                  <a:pt x="2193" y="3786"/>
                  <a:pt x="2203" y="3909"/>
                </a:cubicBezTo>
                <a:cubicBezTo>
                  <a:pt x="2338" y="5719"/>
                  <a:pt x="3388" y="6356"/>
                  <a:pt x="3833" y="6546"/>
                </a:cubicBezTo>
                <a:cubicBezTo>
                  <a:pt x="3957" y="6600"/>
                  <a:pt x="4090" y="6626"/>
                  <a:pt x="4222" y="6626"/>
                </a:cubicBezTo>
                <a:cubicBezTo>
                  <a:pt x="4328" y="6626"/>
                  <a:pt x="4433" y="6609"/>
                  <a:pt x="4536" y="6571"/>
                </a:cubicBezTo>
                <a:cubicBezTo>
                  <a:pt x="4962" y="6430"/>
                  <a:pt x="5992" y="5926"/>
                  <a:pt x="6341" y="4298"/>
                </a:cubicBezTo>
                <a:cubicBezTo>
                  <a:pt x="6365" y="4179"/>
                  <a:pt x="6289" y="4062"/>
                  <a:pt x="6171" y="4037"/>
                </a:cubicBezTo>
                <a:cubicBezTo>
                  <a:pt x="6156" y="4033"/>
                  <a:pt x="6141" y="4032"/>
                  <a:pt x="6126" y="4032"/>
                </a:cubicBezTo>
                <a:cubicBezTo>
                  <a:pt x="6024" y="4032"/>
                  <a:pt x="5931" y="4104"/>
                  <a:pt x="5909" y="4207"/>
                </a:cubicBezTo>
                <a:cubicBezTo>
                  <a:pt x="5608" y="5611"/>
                  <a:pt x="4751" y="6037"/>
                  <a:pt x="4396" y="6154"/>
                </a:cubicBezTo>
                <a:cubicBezTo>
                  <a:pt x="4340" y="6172"/>
                  <a:pt x="4281" y="6181"/>
                  <a:pt x="4222" y="6181"/>
                </a:cubicBezTo>
                <a:cubicBezTo>
                  <a:pt x="4149" y="6181"/>
                  <a:pt x="4076" y="6167"/>
                  <a:pt x="4007" y="6138"/>
                </a:cubicBezTo>
                <a:cubicBezTo>
                  <a:pt x="3637" y="5979"/>
                  <a:pt x="2761" y="5443"/>
                  <a:pt x="2644" y="3875"/>
                </a:cubicBezTo>
                <a:cubicBezTo>
                  <a:pt x="2635" y="3757"/>
                  <a:pt x="2536" y="3669"/>
                  <a:pt x="2423" y="3669"/>
                </a:cubicBezTo>
                <a:close/>
                <a:moveTo>
                  <a:pt x="3577" y="683"/>
                </a:moveTo>
                <a:cubicBezTo>
                  <a:pt x="3969" y="683"/>
                  <a:pt x="4222" y="891"/>
                  <a:pt x="4260" y="924"/>
                </a:cubicBezTo>
                <a:cubicBezTo>
                  <a:pt x="4326" y="984"/>
                  <a:pt x="4410" y="1015"/>
                  <a:pt x="4494" y="1015"/>
                </a:cubicBezTo>
                <a:cubicBezTo>
                  <a:pt x="4553" y="1015"/>
                  <a:pt x="4611" y="1000"/>
                  <a:pt x="4663" y="970"/>
                </a:cubicBezTo>
                <a:cubicBezTo>
                  <a:pt x="4667" y="969"/>
                  <a:pt x="4932" y="824"/>
                  <a:pt x="5246" y="824"/>
                </a:cubicBezTo>
                <a:cubicBezTo>
                  <a:pt x="5337" y="824"/>
                  <a:pt x="5432" y="836"/>
                  <a:pt x="5526" y="868"/>
                </a:cubicBezTo>
                <a:cubicBezTo>
                  <a:pt x="5793" y="955"/>
                  <a:pt x="6010" y="1189"/>
                  <a:pt x="6174" y="1558"/>
                </a:cubicBezTo>
                <a:cubicBezTo>
                  <a:pt x="6352" y="1968"/>
                  <a:pt x="6506" y="3526"/>
                  <a:pt x="6563" y="4429"/>
                </a:cubicBezTo>
                <a:cubicBezTo>
                  <a:pt x="6618" y="4942"/>
                  <a:pt x="6588" y="5517"/>
                  <a:pt x="6512" y="5629"/>
                </a:cubicBezTo>
                <a:cubicBezTo>
                  <a:pt x="6347" y="5783"/>
                  <a:pt x="5978" y="5926"/>
                  <a:pt x="5785" y="5979"/>
                </a:cubicBezTo>
                <a:cubicBezTo>
                  <a:pt x="5600" y="6029"/>
                  <a:pt x="5494" y="6221"/>
                  <a:pt x="5546" y="6405"/>
                </a:cubicBezTo>
                <a:cubicBezTo>
                  <a:pt x="5580" y="6530"/>
                  <a:pt x="5679" y="6615"/>
                  <a:pt x="5793" y="6644"/>
                </a:cubicBezTo>
                <a:lnTo>
                  <a:pt x="4280" y="7973"/>
                </a:lnTo>
                <a:lnTo>
                  <a:pt x="2733" y="6615"/>
                </a:lnTo>
                <a:cubicBezTo>
                  <a:pt x="2694" y="6582"/>
                  <a:pt x="2647" y="6557"/>
                  <a:pt x="2598" y="6542"/>
                </a:cubicBezTo>
                <a:cubicBezTo>
                  <a:pt x="2717" y="6503"/>
                  <a:pt x="2812" y="6402"/>
                  <a:pt x="2831" y="6272"/>
                </a:cubicBezTo>
                <a:cubicBezTo>
                  <a:pt x="2861" y="6083"/>
                  <a:pt x="2732" y="5908"/>
                  <a:pt x="2544" y="5878"/>
                </a:cubicBezTo>
                <a:cubicBezTo>
                  <a:pt x="2443" y="5863"/>
                  <a:pt x="2146" y="5784"/>
                  <a:pt x="2005" y="5633"/>
                </a:cubicBezTo>
                <a:cubicBezTo>
                  <a:pt x="1931" y="5507"/>
                  <a:pt x="1950" y="4929"/>
                  <a:pt x="2047" y="4423"/>
                </a:cubicBezTo>
                <a:cubicBezTo>
                  <a:pt x="2056" y="4377"/>
                  <a:pt x="2056" y="4328"/>
                  <a:pt x="2044" y="4282"/>
                </a:cubicBezTo>
                <a:cubicBezTo>
                  <a:pt x="2038" y="4255"/>
                  <a:pt x="1486" y="1693"/>
                  <a:pt x="2911" y="877"/>
                </a:cubicBezTo>
                <a:cubicBezTo>
                  <a:pt x="3161" y="733"/>
                  <a:pt x="3386" y="683"/>
                  <a:pt x="3577" y="683"/>
                </a:cubicBezTo>
                <a:close/>
                <a:moveTo>
                  <a:pt x="3571" y="1"/>
                </a:moveTo>
                <a:cubicBezTo>
                  <a:pt x="3266" y="1"/>
                  <a:pt x="2925" y="77"/>
                  <a:pt x="2568" y="281"/>
                </a:cubicBezTo>
                <a:cubicBezTo>
                  <a:pt x="838" y="1273"/>
                  <a:pt x="1261" y="3882"/>
                  <a:pt x="1355" y="4363"/>
                </a:cubicBezTo>
                <a:cubicBezTo>
                  <a:pt x="1261" y="4886"/>
                  <a:pt x="1169" y="5744"/>
                  <a:pt x="1492" y="6093"/>
                </a:cubicBezTo>
                <a:cubicBezTo>
                  <a:pt x="1783" y="6407"/>
                  <a:pt x="2219" y="6518"/>
                  <a:pt x="2383" y="6551"/>
                </a:cubicBezTo>
                <a:cubicBezTo>
                  <a:pt x="409" y="7119"/>
                  <a:pt x="283" y="7419"/>
                  <a:pt x="229" y="7550"/>
                </a:cubicBezTo>
                <a:cubicBezTo>
                  <a:pt x="118" y="7817"/>
                  <a:pt x="81" y="8187"/>
                  <a:pt x="47" y="8514"/>
                </a:cubicBezTo>
                <a:cubicBezTo>
                  <a:pt x="39" y="8588"/>
                  <a:pt x="32" y="8661"/>
                  <a:pt x="25" y="8725"/>
                </a:cubicBezTo>
                <a:cubicBezTo>
                  <a:pt x="1" y="8915"/>
                  <a:pt x="136" y="9087"/>
                  <a:pt x="326" y="9109"/>
                </a:cubicBezTo>
                <a:cubicBezTo>
                  <a:pt x="341" y="9111"/>
                  <a:pt x="356" y="9111"/>
                  <a:pt x="368" y="9111"/>
                </a:cubicBezTo>
                <a:cubicBezTo>
                  <a:pt x="541" y="9111"/>
                  <a:pt x="691" y="8982"/>
                  <a:pt x="712" y="8806"/>
                </a:cubicBezTo>
                <a:cubicBezTo>
                  <a:pt x="719" y="8738"/>
                  <a:pt x="728" y="8662"/>
                  <a:pt x="736" y="8582"/>
                </a:cubicBezTo>
                <a:cubicBezTo>
                  <a:pt x="760" y="8337"/>
                  <a:pt x="791" y="8037"/>
                  <a:pt x="853" y="7854"/>
                </a:cubicBezTo>
                <a:cubicBezTo>
                  <a:pt x="1034" y="7721"/>
                  <a:pt x="1759" y="7456"/>
                  <a:pt x="2421" y="7259"/>
                </a:cubicBezTo>
                <a:lnTo>
                  <a:pt x="4038" y="8680"/>
                </a:lnTo>
                <a:cubicBezTo>
                  <a:pt x="4102" y="8737"/>
                  <a:pt x="4182" y="8760"/>
                  <a:pt x="4263" y="8762"/>
                </a:cubicBezTo>
                <a:cubicBezTo>
                  <a:pt x="4268" y="8762"/>
                  <a:pt x="4273" y="8763"/>
                  <a:pt x="4280" y="8763"/>
                </a:cubicBezTo>
                <a:cubicBezTo>
                  <a:pt x="4288" y="8763"/>
                  <a:pt x="4294" y="8762"/>
                  <a:pt x="4301" y="8762"/>
                </a:cubicBezTo>
                <a:cubicBezTo>
                  <a:pt x="4380" y="8760"/>
                  <a:pt x="4459" y="8737"/>
                  <a:pt x="4524" y="8680"/>
                </a:cubicBezTo>
                <a:lnTo>
                  <a:pt x="6141" y="7259"/>
                </a:lnTo>
                <a:cubicBezTo>
                  <a:pt x="6803" y="7456"/>
                  <a:pt x="7528" y="7721"/>
                  <a:pt x="7709" y="7854"/>
                </a:cubicBezTo>
                <a:cubicBezTo>
                  <a:pt x="7783" y="8070"/>
                  <a:pt x="7817" y="8434"/>
                  <a:pt x="7841" y="8705"/>
                </a:cubicBezTo>
                <a:lnTo>
                  <a:pt x="7850" y="8797"/>
                </a:lnTo>
                <a:cubicBezTo>
                  <a:pt x="7866" y="8977"/>
                  <a:pt x="8018" y="9111"/>
                  <a:pt x="8195" y="9111"/>
                </a:cubicBezTo>
                <a:cubicBezTo>
                  <a:pt x="8205" y="9111"/>
                  <a:pt x="8215" y="9111"/>
                  <a:pt x="8227" y="9109"/>
                </a:cubicBezTo>
                <a:cubicBezTo>
                  <a:pt x="8417" y="9091"/>
                  <a:pt x="8558" y="8922"/>
                  <a:pt x="8539" y="8732"/>
                </a:cubicBezTo>
                <a:lnTo>
                  <a:pt x="8532" y="8647"/>
                </a:lnTo>
                <a:cubicBezTo>
                  <a:pt x="8501" y="8294"/>
                  <a:pt x="8459" y="7854"/>
                  <a:pt x="8334" y="7552"/>
                </a:cubicBezTo>
                <a:cubicBezTo>
                  <a:pt x="8282" y="7424"/>
                  <a:pt x="8156" y="7125"/>
                  <a:pt x="6224" y="6566"/>
                </a:cubicBezTo>
                <a:cubicBezTo>
                  <a:pt x="6447" y="6482"/>
                  <a:pt x="6766" y="6340"/>
                  <a:pt x="6981" y="6141"/>
                </a:cubicBezTo>
                <a:cubicBezTo>
                  <a:pt x="7347" y="5805"/>
                  <a:pt x="7307" y="4880"/>
                  <a:pt x="7253" y="4374"/>
                </a:cubicBezTo>
                <a:cubicBezTo>
                  <a:pt x="7235" y="4127"/>
                  <a:pt x="7094" y="1940"/>
                  <a:pt x="6808" y="1284"/>
                </a:cubicBezTo>
                <a:cubicBezTo>
                  <a:pt x="6564" y="727"/>
                  <a:pt x="6206" y="366"/>
                  <a:pt x="5746" y="214"/>
                </a:cubicBezTo>
                <a:cubicBezTo>
                  <a:pt x="5577" y="158"/>
                  <a:pt x="5410" y="137"/>
                  <a:pt x="5253" y="137"/>
                </a:cubicBezTo>
                <a:cubicBezTo>
                  <a:pt x="4963" y="137"/>
                  <a:pt x="4707" y="211"/>
                  <a:pt x="4537" y="275"/>
                </a:cubicBezTo>
                <a:cubicBezTo>
                  <a:pt x="4307" y="131"/>
                  <a:pt x="3970" y="1"/>
                  <a:pt x="3571"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rgbClr val="252525"/>
              </a:solidFill>
              <a:latin typeface="Arial"/>
              <a:ea typeface="Arial"/>
              <a:cs typeface="Arial"/>
              <a:sym typeface="Arial"/>
            </a:endParaRPr>
          </a:p>
        </p:txBody>
      </p:sp>
      <p:sp>
        <p:nvSpPr>
          <p:cNvPr id="270" name="Google Shape;270;p23"/>
          <p:cNvSpPr txBox="1"/>
          <p:nvPr/>
        </p:nvSpPr>
        <p:spPr>
          <a:xfrm>
            <a:off x="417138" y="1765300"/>
            <a:ext cx="1629600" cy="1477800"/>
          </a:xfrm>
          <a:prstGeom prst="rect">
            <a:avLst/>
          </a:prstGeom>
          <a:noFill/>
          <a:ln>
            <a:noFill/>
          </a:ln>
        </p:spPr>
        <p:txBody>
          <a:bodyPr anchorCtr="0" anchor="t" bIns="45725" lIns="45725" spcFirstLastPara="1" rIns="45725" wrap="square" tIns="45725">
            <a:spAutoFit/>
          </a:bodyPr>
          <a:lstStyle/>
          <a:p>
            <a:pPr indent="0" lvl="0" marL="0" rtl="0" algn="ctr">
              <a:spcBef>
                <a:spcPts val="0"/>
              </a:spcBef>
              <a:spcAft>
                <a:spcPts val="0"/>
              </a:spcAft>
              <a:buNone/>
            </a:pPr>
            <a:r>
              <a:rPr b="1" lang="en" sz="1100">
                <a:solidFill>
                  <a:schemeClr val="dk2"/>
                </a:solidFill>
              </a:rPr>
              <a:t>Query:</a:t>
            </a:r>
            <a:r>
              <a:rPr b="1" lang="en" sz="1500">
                <a:solidFill>
                  <a:schemeClr val="dk2"/>
                </a:solidFill>
              </a:rPr>
              <a:t> </a:t>
            </a:r>
            <a:br>
              <a:rPr b="1" lang="en" sz="1500">
                <a:solidFill>
                  <a:schemeClr val="dk2"/>
                </a:solidFill>
              </a:rPr>
            </a:br>
            <a:r>
              <a:rPr lang="en" sz="1100">
                <a:solidFill>
                  <a:schemeClr val="dk2"/>
                </a:solidFill>
              </a:rPr>
              <a:t>“Who are the patients prescribed with a daily dosage of 10 mg Topaz”</a:t>
            </a:r>
            <a:endParaRPr sz="1100">
              <a:solidFill>
                <a:schemeClr val="dk2"/>
              </a:solidFill>
            </a:endParaRPr>
          </a:p>
          <a:p>
            <a:pPr indent="0" lvl="0" marL="0" rtl="0" algn="ctr">
              <a:spcBef>
                <a:spcPts val="600"/>
              </a:spcBef>
              <a:spcAft>
                <a:spcPts val="0"/>
              </a:spcAft>
              <a:buNone/>
            </a:pPr>
            <a:r>
              <a:rPr b="1" lang="en" sz="1100">
                <a:solidFill>
                  <a:schemeClr val="dk2"/>
                </a:solidFill>
              </a:rPr>
              <a:t>Filter:</a:t>
            </a:r>
            <a:r>
              <a:rPr lang="en" sz="1100">
                <a:solidFill>
                  <a:schemeClr val="dk2"/>
                </a:solidFill>
              </a:rPr>
              <a:t> </a:t>
            </a:r>
            <a:br>
              <a:rPr lang="en" sz="1100">
                <a:solidFill>
                  <a:schemeClr val="dk2"/>
                </a:solidFill>
              </a:rPr>
            </a:br>
            <a:r>
              <a:rPr lang="en" sz="1100">
                <a:solidFill>
                  <a:schemeClr val="dk2"/>
                </a:solidFill>
              </a:rPr>
              <a:t>“Year = 2022”</a:t>
            </a:r>
            <a:endParaRPr sz="1100">
              <a:solidFill>
                <a:schemeClr val="dk2"/>
              </a:solidFill>
            </a:endParaRPr>
          </a:p>
          <a:p>
            <a:pPr indent="0" lvl="0" marL="0" rtl="0" algn="ctr">
              <a:spcBef>
                <a:spcPts val="600"/>
              </a:spcBef>
              <a:spcAft>
                <a:spcPts val="0"/>
              </a:spcAft>
              <a:buNone/>
            </a:pPr>
            <a:r>
              <a:t/>
            </a:r>
            <a:endParaRPr b="1" sz="1000">
              <a:solidFill>
                <a:schemeClr val="dk2"/>
              </a:solidFill>
            </a:endParaRPr>
          </a:p>
        </p:txBody>
      </p:sp>
      <p:cxnSp>
        <p:nvCxnSpPr>
          <p:cNvPr id="271" name="Google Shape;271;p23"/>
          <p:cNvCxnSpPr/>
          <p:nvPr/>
        </p:nvCxnSpPr>
        <p:spPr>
          <a:xfrm rot="10800000">
            <a:off x="2107694" y="2498550"/>
            <a:ext cx="526200" cy="0"/>
          </a:xfrm>
          <a:prstGeom prst="straightConnector1">
            <a:avLst/>
          </a:prstGeom>
          <a:noFill/>
          <a:ln cap="flat" cmpd="sng" w="28575">
            <a:solidFill>
              <a:schemeClr val="dk2"/>
            </a:solidFill>
            <a:prstDash val="dash"/>
            <a:round/>
            <a:headEnd len="med" w="med" type="triangle"/>
            <a:tailEnd len="med" w="med" type="none"/>
          </a:ln>
        </p:spPr>
      </p:cxnSp>
      <p:sp>
        <p:nvSpPr>
          <p:cNvPr id="272" name="Google Shape;272;p23"/>
          <p:cNvSpPr/>
          <p:nvPr/>
        </p:nvSpPr>
        <p:spPr>
          <a:xfrm>
            <a:off x="101900" y="1031344"/>
            <a:ext cx="2480100" cy="384600"/>
          </a:xfrm>
          <a:prstGeom prst="rect">
            <a:avLst/>
          </a:prstGeom>
          <a:solidFill>
            <a:srgbClr val="FFFFFF"/>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b="1" lang="en" sz="1400">
                <a:solidFill>
                  <a:schemeClr val="dk2"/>
                </a:solidFill>
              </a:rPr>
              <a:t>User Query</a:t>
            </a:r>
            <a:endParaRPr b="1" sz="1400">
              <a:solidFill>
                <a:schemeClr val="dk2"/>
              </a:solidFill>
            </a:endParaRPr>
          </a:p>
        </p:txBody>
      </p:sp>
      <p:sp>
        <p:nvSpPr>
          <p:cNvPr id="273" name="Google Shape;273;p23"/>
          <p:cNvSpPr/>
          <p:nvPr/>
        </p:nvSpPr>
        <p:spPr>
          <a:xfrm>
            <a:off x="2791638" y="1115950"/>
            <a:ext cx="3248400" cy="215400"/>
          </a:xfrm>
          <a:prstGeom prst="rect">
            <a:avLst/>
          </a:prstGeom>
          <a:solidFill>
            <a:srgbClr val="FFFFFF"/>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b="1" lang="en" sz="1400">
                <a:solidFill>
                  <a:schemeClr val="dk2"/>
                </a:solidFill>
              </a:rPr>
              <a:t>Hybrid Retrieval</a:t>
            </a:r>
            <a:endParaRPr b="1" sz="1400">
              <a:solidFill>
                <a:schemeClr val="dk2"/>
              </a:solidFill>
            </a:endParaRPr>
          </a:p>
        </p:txBody>
      </p:sp>
      <p:sp>
        <p:nvSpPr>
          <p:cNvPr id="274" name="Google Shape;274;p23"/>
          <p:cNvSpPr/>
          <p:nvPr/>
        </p:nvSpPr>
        <p:spPr>
          <a:xfrm>
            <a:off x="4834214" y="1684971"/>
            <a:ext cx="1024800" cy="2228400"/>
          </a:xfrm>
          <a:prstGeom prst="roundRect">
            <a:avLst>
              <a:gd fmla="val 3680" name="adj"/>
            </a:avLst>
          </a:prstGeom>
          <a:solidFill>
            <a:schemeClr val="lt1"/>
          </a:solidFill>
          <a:ln cap="flat" cmpd="sng" w="28575">
            <a:solidFill>
              <a:schemeClr val="accent1"/>
            </a:solidFill>
            <a:prstDash val="solid"/>
            <a:round/>
            <a:headEnd len="sm" w="sm" type="none"/>
            <a:tailEnd len="sm" w="sm" type="none"/>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800"/>
          </a:p>
        </p:txBody>
      </p:sp>
      <p:sp>
        <p:nvSpPr>
          <p:cNvPr id="275" name="Google Shape;275;p23"/>
          <p:cNvSpPr/>
          <p:nvPr/>
        </p:nvSpPr>
        <p:spPr>
          <a:xfrm>
            <a:off x="5135354" y="1784985"/>
            <a:ext cx="233381" cy="274466"/>
          </a:xfrm>
          <a:custGeom>
            <a:rect b="b" l="l" r="r" t="t"/>
            <a:pathLst>
              <a:path extrusionOk="0" h="8979" w="6821">
                <a:moveTo>
                  <a:pt x="1797" y="1203"/>
                </a:moveTo>
                <a:lnTo>
                  <a:pt x="1797" y="2160"/>
                </a:lnTo>
                <a:lnTo>
                  <a:pt x="991" y="2160"/>
                </a:lnTo>
                <a:lnTo>
                  <a:pt x="1797" y="1203"/>
                </a:lnTo>
                <a:close/>
                <a:moveTo>
                  <a:pt x="1395" y="3756"/>
                </a:moveTo>
                <a:cubicBezTo>
                  <a:pt x="1270" y="3756"/>
                  <a:pt x="1169" y="3859"/>
                  <a:pt x="1169" y="3982"/>
                </a:cubicBezTo>
                <a:cubicBezTo>
                  <a:pt x="1169" y="4107"/>
                  <a:pt x="1270" y="4209"/>
                  <a:pt x="1395" y="4209"/>
                </a:cubicBezTo>
                <a:lnTo>
                  <a:pt x="5395" y="4209"/>
                </a:lnTo>
                <a:cubicBezTo>
                  <a:pt x="5520" y="4209"/>
                  <a:pt x="5621" y="4107"/>
                  <a:pt x="5621" y="3982"/>
                </a:cubicBezTo>
                <a:cubicBezTo>
                  <a:pt x="5621" y="3859"/>
                  <a:pt x="5520" y="3756"/>
                  <a:pt x="5395" y="3756"/>
                </a:cubicBezTo>
                <a:close/>
                <a:moveTo>
                  <a:pt x="1395" y="4834"/>
                </a:moveTo>
                <a:cubicBezTo>
                  <a:pt x="1270" y="4834"/>
                  <a:pt x="1169" y="4937"/>
                  <a:pt x="1169" y="5061"/>
                </a:cubicBezTo>
                <a:cubicBezTo>
                  <a:pt x="1169" y="5185"/>
                  <a:pt x="1270" y="5287"/>
                  <a:pt x="1395" y="5287"/>
                </a:cubicBezTo>
                <a:lnTo>
                  <a:pt x="5395" y="5287"/>
                </a:lnTo>
                <a:cubicBezTo>
                  <a:pt x="5520" y="5287"/>
                  <a:pt x="5621" y="5185"/>
                  <a:pt x="5621" y="5061"/>
                </a:cubicBezTo>
                <a:cubicBezTo>
                  <a:pt x="5621" y="4937"/>
                  <a:pt x="5520" y="4834"/>
                  <a:pt x="5395" y="4834"/>
                </a:cubicBezTo>
                <a:close/>
                <a:moveTo>
                  <a:pt x="1395" y="5912"/>
                </a:moveTo>
                <a:cubicBezTo>
                  <a:pt x="1270" y="5912"/>
                  <a:pt x="1169" y="6015"/>
                  <a:pt x="1169" y="6139"/>
                </a:cubicBezTo>
                <a:cubicBezTo>
                  <a:pt x="1169" y="6264"/>
                  <a:pt x="1270" y="6365"/>
                  <a:pt x="1395" y="6365"/>
                </a:cubicBezTo>
                <a:lnTo>
                  <a:pt x="5395" y="6365"/>
                </a:lnTo>
                <a:cubicBezTo>
                  <a:pt x="5520" y="6365"/>
                  <a:pt x="5621" y="6264"/>
                  <a:pt x="5621" y="6139"/>
                </a:cubicBezTo>
                <a:cubicBezTo>
                  <a:pt x="5621" y="6015"/>
                  <a:pt x="5520" y="5912"/>
                  <a:pt x="5395" y="5912"/>
                </a:cubicBezTo>
                <a:close/>
                <a:moveTo>
                  <a:pt x="1395" y="6992"/>
                </a:moveTo>
                <a:cubicBezTo>
                  <a:pt x="1270" y="6992"/>
                  <a:pt x="1169" y="7093"/>
                  <a:pt x="1169" y="7218"/>
                </a:cubicBezTo>
                <a:cubicBezTo>
                  <a:pt x="1169" y="7342"/>
                  <a:pt x="1270" y="7445"/>
                  <a:pt x="1395" y="7445"/>
                </a:cubicBezTo>
                <a:lnTo>
                  <a:pt x="5395" y="7445"/>
                </a:lnTo>
                <a:cubicBezTo>
                  <a:pt x="5520" y="7445"/>
                  <a:pt x="5621" y="7342"/>
                  <a:pt x="5621" y="7218"/>
                </a:cubicBezTo>
                <a:cubicBezTo>
                  <a:pt x="5621" y="7093"/>
                  <a:pt x="5520" y="6992"/>
                  <a:pt x="5395" y="6992"/>
                </a:cubicBezTo>
                <a:close/>
                <a:moveTo>
                  <a:pt x="6109" y="710"/>
                </a:moveTo>
                <a:lnTo>
                  <a:pt x="6109" y="8270"/>
                </a:lnTo>
                <a:lnTo>
                  <a:pt x="706" y="8270"/>
                </a:lnTo>
                <a:lnTo>
                  <a:pt x="706" y="2867"/>
                </a:lnTo>
                <a:lnTo>
                  <a:pt x="2150" y="2867"/>
                </a:lnTo>
                <a:cubicBezTo>
                  <a:pt x="2346" y="2867"/>
                  <a:pt x="2505" y="2708"/>
                  <a:pt x="2505" y="2512"/>
                </a:cubicBezTo>
                <a:lnTo>
                  <a:pt x="2505" y="710"/>
                </a:lnTo>
                <a:close/>
                <a:moveTo>
                  <a:pt x="2052" y="1"/>
                </a:moveTo>
                <a:cubicBezTo>
                  <a:pt x="1948" y="1"/>
                  <a:pt x="1847" y="47"/>
                  <a:pt x="1781" y="127"/>
                </a:cubicBezTo>
                <a:lnTo>
                  <a:pt x="85" y="2133"/>
                </a:lnTo>
                <a:cubicBezTo>
                  <a:pt x="30" y="2197"/>
                  <a:pt x="0" y="2279"/>
                  <a:pt x="0" y="2362"/>
                </a:cubicBezTo>
                <a:lnTo>
                  <a:pt x="0" y="8625"/>
                </a:lnTo>
                <a:cubicBezTo>
                  <a:pt x="0" y="8821"/>
                  <a:pt x="161" y="8979"/>
                  <a:pt x="355" y="8979"/>
                </a:cubicBezTo>
                <a:lnTo>
                  <a:pt x="6466" y="8979"/>
                </a:lnTo>
                <a:cubicBezTo>
                  <a:pt x="6663" y="8979"/>
                  <a:pt x="6821" y="8820"/>
                  <a:pt x="6821" y="8625"/>
                </a:cubicBezTo>
                <a:lnTo>
                  <a:pt x="6821" y="356"/>
                </a:lnTo>
                <a:cubicBezTo>
                  <a:pt x="6821" y="161"/>
                  <a:pt x="6660" y="2"/>
                  <a:pt x="6466"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276" name="Google Shape;276;p23"/>
          <p:cNvSpPr/>
          <p:nvPr/>
        </p:nvSpPr>
        <p:spPr>
          <a:xfrm>
            <a:off x="5135354" y="2132003"/>
            <a:ext cx="233381" cy="274466"/>
          </a:xfrm>
          <a:custGeom>
            <a:rect b="b" l="l" r="r" t="t"/>
            <a:pathLst>
              <a:path extrusionOk="0" h="8979" w="6821">
                <a:moveTo>
                  <a:pt x="1797" y="1203"/>
                </a:moveTo>
                <a:lnTo>
                  <a:pt x="1797" y="2160"/>
                </a:lnTo>
                <a:lnTo>
                  <a:pt x="991" y="2160"/>
                </a:lnTo>
                <a:lnTo>
                  <a:pt x="1797" y="1203"/>
                </a:lnTo>
                <a:close/>
                <a:moveTo>
                  <a:pt x="1395" y="3756"/>
                </a:moveTo>
                <a:cubicBezTo>
                  <a:pt x="1270" y="3756"/>
                  <a:pt x="1169" y="3859"/>
                  <a:pt x="1169" y="3982"/>
                </a:cubicBezTo>
                <a:cubicBezTo>
                  <a:pt x="1169" y="4107"/>
                  <a:pt x="1270" y="4209"/>
                  <a:pt x="1395" y="4209"/>
                </a:cubicBezTo>
                <a:lnTo>
                  <a:pt x="5395" y="4209"/>
                </a:lnTo>
                <a:cubicBezTo>
                  <a:pt x="5520" y="4209"/>
                  <a:pt x="5621" y="4107"/>
                  <a:pt x="5621" y="3982"/>
                </a:cubicBezTo>
                <a:cubicBezTo>
                  <a:pt x="5621" y="3859"/>
                  <a:pt x="5520" y="3756"/>
                  <a:pt x="5395" y="3756"/>
                </a:cubicBezTo>
                <a:close/>
                <a:moveTo>
                  <a:pt x="1395" y="4834"/>
                </a:moveTo>
                <a:cubicBezTo>
                  <a:pt x="1270" y="4834"/>
                  <a:pt x="1169" y="4937"/>
                  <a:pt x="1169" y="5061"/>
                </a:cubicBezTo>
                <a:cubicBezTo>
                  <a:pt x="1169" y="5185"/>
                  <a:pt x="1270" y="5287"/>
                  <a:pt x="1395" y="5287"/>
                </a:cubicBezTo>
                <a:lnTo>
                  <a:pt x="5395" y="5287"/>
                </a:lnTo>
                <a:cubicBezTo>
                  <a:pt x="5520" y="5287"/>
                  <a:pt x="5621" y="5185"/>
                  <a:pt x="5621" y="5061"/>
                </a:cubicBezTo>
                <a:cubicBezTo>
                  <a:pt x="5621" y="4937"/>
                  <a:pt x="5520" y="4834"/>
                  <a:pt x="5395" y="4834"/>
                </a:cubicBezTo>
                <a:close/>
                <a:moveTo>
                  <a:pt x="1395" y="5912"/>
                </a:moveTo>
                <a:cubicBezTo>
                  <a:pt x="1270" y="5912"/>
                  <a:pt x="1169" y="6015"/>
                  <a:pt x="1169" y="6139"/>
                </a:cubicBezTo>
                <a:cubicBezTo>
                  <a:pt x="1169" y="6264"/>
                  <a:pt x="1270" y="6365"/>
                  <a:pt x="1395" y="6365"/>
                </a:cubicBezTo>
                <a:lnTo>
                  <a:pt x="5395" y="6365"/>
                </a:lnTo>
                <a:cubicBezTo>
                  <a:pt x="5520" y="6365"/>
                  <a:pt x="5621" y="6264"/>
                  <a:pt x="5621" y="6139"/>
                </a:cubicBezTo>
                <a:cubicBezTo>
                  <a:pt x="5621" y="6015"/>
                  <a:pt x="5520" y="5912"/>
                  <a:pt x="5395" y="5912"/>
                </a:cubicBezTo>
                <a:close/>
                <a:moveTo>
                  <a:pt x="1395" y="6992"/>
                </a:moveTo>
                <a:cubicBezTo>
                  <a:pt x="1270" y="6992"/>
                  <a:pt x="1169" y="7093"/>
                  <a:pt x="1169" y="7218"/>
                </a:cubicBezTo>
                <a:cubicBezTo>
                  <a:pt x="1169" y="7342"/>
                  <a:pt x="1270" y="7445"/>
                  <a:pt x="1395" y="7445"/>
                </a:cubicBezTo>
                <a:lnTo>
                  <a:pt x="5395" y="7445"/>
                </a:lnTo>
                <a:cubicBezTo>
                  <a:pt x="5520" y="7445"/>
                  <a:pt x="5621" y="7342"/>
                  <a:pt x="5621" y="7218"/>
                </a:cubicBezTo>
                <a:cubicBezTo>
                  <a:pt x="5621" y="7093"/>
                  <a:pt x="5520" y="6992"/>
                  <a:pt x="5395" y="6992"/>
                </a:cubicBezTo>
                <a:close/>
                <a:moveTo>
                  <a:pt x="6109" y="710"/>
                </a:moveTo>
                <a:lnTo>
                  <a:pt x="6109" y="8270"/>
                </a:lnTo>
                <a:lnTo>
                  <a:pt x="706" y="8270"/>
                </a:lnTo>
                <a:lnTo>
                  <a:pt x="706" y="2867"/>
                </a:lnTo>
                <a:lnTo>
                  <a:pt x="2150" y="2867"/>
                </a:lnTo>
                <a:cubicBezTo>
                  <a:pt x="2346" y="2867"/>
                  <a:pt x="2505" y="2708"/>
                  <a:pt x="2505" y="2512"/>
                </a:cubicBezTo>
                <a:lnTo>
                  <a:pt x="2505" y="710"/>
                </a:lnTo>
                <a:close/>
                <a:moveTo>
                  <a:pt x="2052" y="1"/>
                </a:moveTo>
                <a:cubicBezTo>
                  <a:pt x="1948" y="1"/>
                  <a:pt x="1847" y="47"/>
                  <a:pt x="1781" y="127"/>
                </a:cubicBezTo>
                <a:lnTo>
                  <a:pt x="85" y="2133"/>
                </a:lnTo>
                <a:cubicBezTo>
                  <a:pt x="30" y="2197"/>
                  <a:pt x="0" y="2279"/>
                  <a:pt x="0" y="2362"/>
                </a:cubicBezTo>
                <a:lnTo>
                  <a:pt x="0" y="8625"/>
                </a:lnTo>
                <a:cubicBezTo>
                  <a:pt x="0" y="8821"/>
                  <a:pt x="161" y="8979"/>
                  <a:pt x="355" y="8979"/>
                </a:cubicBezTo>
                <a:lnTo>
                  <a:pt x="6466" y="8979"/>
                </a:lnTo>
                <a:cubicBezTo>
                  <a:pt x="6663" y="8979"/>
                  <a:pt x="6821" y="8820"/>
                  <a:pt x="6821" y="8625"/>
                </a:cubicBezTo>
                <a:lnTo>
                  <a:pt x="6821" y="356"/>
                </a:lnTo>
                <a:cubicBezTo>
                  <a:pt x="6821" y="161"/>
                  <a:pt x="6660" y="2"/>
                  <a:pt x="6466"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277" name="Google Shape;277;p23"/>
          <p:cNvSpPr/>
          <p:nvPr/>
        </p:nvSpPr>
        <p:spPr>
          <a:xfrm>
            <a:off x="5135354" y="2479020"/>
            <a:ext cx="233381" cy="274466"/>
          </a:xfrm>
          <a:custGeom>
            <a:rect b="b" l="l" r="r" t="t"/>
            <a:pathLst>
              <a:path extrusionOk="0" h="8979" w="6821">
                <a:moveTo>
                  <a:pt x="1797" y="1203"/>
                </a:moveTo>
                <a:lnTo>
                  <a:pt x="1797" y="2160"/>
                </a:lnTo>
                <a:lnTo>
                  <a:pt x="991" y="2160"/>
                </a:lnTo>
                <a:lnTo>
                  <a:pt x="1797" y="1203"/>
                </a:lnTo>
                <a:close/>
                <a:moveTo>
                  <a:pt x="1395" y="3756"/>
                </a:moveTo>
                <a:cubicBezTo>
                  <a:pt x="1270" y="3756"/>
                  <a:pt x="1169" y="3859"/>
                  <a:pt x="1169" y="3982"/>
                </a:cubicBezTo>
                <a:cubicBezTo>
                  <a:pt x="1169" y="4107"/>
                  <a:pt x="1270" y="4209"/>
                  <a:pt x="1395" y="4209"/>
                </a:cubicBezTo>
                <a:lnTo>
                  <a:pt x="5395" y="4209"/>
                </a:lnTo>
                <a:cubicBezTo>
                  <a:pt x="5520" y="4209"/>
                  <a:pt x="5621" y="4107"/>
                  <a:pt x="5621" y="3982"/>
                </a:cubicBezTo>
                <a:cubicBezTo>
                  <a:pt x="5621" y="3859"/>
                  <a:pt x="5520" y="3756"/>
                  <a:pt x="5395" y="3756"/>
                </a:cubicBezTo>
                <a:close/>
                <a:moveTo>
                  <a:pt x="1395" y="4834"/>
                </a:moveTo>
                <a:cubicBezTo>
                  <a:pt x="1270" y="4834"/>
                  <a:pt x="1169" y="4937"/>
                  <a:pt x="1169" y="5061"/>
                </a:cubicBezTo>
                <a:cubicBezTo>
                  <a:pt x="1169" y="5185"/>
                  <a:pt x="1270" y="5287"/>
                  <a:pt x="1395" y="5287"/>
                </a:cubicBezTo>
                <a:lnTo>
                  <a:pt x="5395" y="5287"/>
                </a:lnTo>
                <a:cubicBezTo>
                  <a:pt x="5520" y="5287"/>
                  <a:pt x="5621" y="5185"/>
                  <a:pt x="5621" y="5061"/>
                </a:cubicBezTo>
                <a:cubicBezTo>
                  <a:pt x="5621" y="4937"/>
                  <a:pt x="5520" y="4834"/>
                  <a:pt x="5395" y="4834"/>
                </a:cubicBezTo>
                <a:close/>
                <a:moveTo>
                  <a:pt x="1395" y="5912"/>
                </a:moveTo>
                <a:cubicBezTo>
                  <a:pt x="1270" y="5912"/>
                  <a:pt x="1169" y="6015"/>
                  <a:pt x="1169" y="6139"/>
                </a:cubicBezTo>
                <a:cubicBezTo>
                  <a:pt x="1169" y="6264"/>
                  <a:pt x="1270" y="6365"/>
                  <a:pt x="1395" y="6365"/>
                </a:cubicBezTo>
                <a:lnTo>
                  <a:pt x="5395" y="6365"/>
                </a:lnTo>
                <a:cubicBezTo>
                  <a:pt x="5520" y="6365"/>
                  <a:pt x="5621" y="6264"/>
                  <a:pt x="5621" y="6139"/>
                </a:cubicBezTo>
                <a:cubicBezTo>
                  <a:pt x="5621" y="6015"/>
                  <a:pt x="5520" y="5912"/>
                  <a:pt x="5395" y="5912"/>
                </a:cubicBezTo>
                <a:close/>
                <a:moveTo>
                  <a:pt x="1395" y="6992"/>
                </a:moveTo>
                <a:cubicBezTo>
                  <a:pt x="1270" y="6992"/>
                  <a:pt x="1169" y="7093"/>
                  <a:pt x="1169" y="7218"/>
                </a:cubicBezTo>
                <a:cubicBezTo>
                  <a:pt x="1169" y="7342"/>
                  <a:pt x="1270" y="7445"/>
                  <a:pt x="1395" y="7445"/>
                </a:cubicBezTo>
                <a:lnTo>
                  <a:pt x="5395" y="7445"/>
                </a:lnTo>
                <a:cubicBezTo>
                  <a:pt x="5520" y="7445"/>
                  <a:pt x="5621" y="7342"/>
                  <a:pt x="5621" y="7218"/>
                </a:cubicBezTo>
                <a:cubicBezTo>
                  <a:pt x="5621" y="7093"/>
                  <a:pt x="5520" y="6992"/>
                  <a:pt x="5395" y="6992"/>
                </a:cubicBezTo>
                <a:close/>
                <a:moveTo>
                  <a:pt x="6109" y="710"/>
                </a:moveTo>
                <a:lnTo>
                  <a:pt x="6109" y="8270"/>
                </a:lnTo>
                <a:lnTo>
                  <a:pt x="706" y="8270"/>
                </a:lnTo>
                <a:lnTo>
                  <a:pt x="706" y="2867"/>
                </a:lnTo>
                <a:lnTo>
                  <a:pt x="2150" y="2867"/>
                </a:lnTo>
                <a:cubicBezTo>
                  <a:pt x="2346" y="2867"/>
                  <a:pt x="2505" y="2708"/>
                  <a:pt x="2505" y="2512"/>
                </a:cubicBezTo>
                <a:lnTo>
                  <a:pt x="2505" y="710"/>
                </a:lnTo>
                <a:close/>
                <a:moveTo>
                  <a:pt x="2052" y="1"/>
                </a:moveTo>
                <a:cubicBezTo>
                  <a:pt x="1948" y="1"/>
                  <a:pt x="1847" y="47"/>
                  <a:pt x="1781" y="127"/>
                </a:cubicBezTo>
                <a:lnTo>
                  <a:pt x="85" y="2133"/>
                </a:lnTo>
                <a:cubicBezTo>
                  <a:pt x="30" y="2197"/>
                  <a:pt x="0" y="2279"/>
                  <a:pt x="0" y="2362"/>
                </a:cubicBezTo>
                <a:lnTo>
                  <a:pt x="0" y="8625"/>
                </a:lnTo>
                <a:cubicBezTo>
                  <a:pt x="0" y="8821"/>
                  <a:pt x="161" y="8979"/>
                  <a:pt x="355" y="8979"/>
                </a:cubicBezTo>
                <a:lnTo>
                  <a:pt x="6466" y="8979"/>
                </a:lnTo>
                <a:cubicBezTo>
                  <a:pt x="6663" y="8979"/>
                  <a:pt x="6821" y="8820"/>
                  <a:pt x="6821" y="8625"/>
                </a:cubicBezTo>
                <a:lnTo>
                  <a:pt x="6821" y="356"/>
                </a:lnTo>
                <a:cubicBezTo>
                  <a:pt x="6821" y="161"/>
                  <a:pt x="6660" y="2"/>
                  <a:pt x="6466"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278" name="Google Shape;278;p23"/>
          <p:cNvSpPr/>
          <p:nvPr/>
        </p:nvSpPr>
        <p:spPr>
          <a:xfrm>
            <a:off x="5135354" y="2826038"/>
            <a:ext cx="233381" cy="274466"/>
          </a:xfrm>
          <a:custGeom>
            <a:rect b="b" l="l" r="r" t="t"/>
            <a:pathLst>
              <a:path extrusionOk="0" h="8979" w="6821">
                <a:moveTo>
                  <a:pt x="1797" y="1203"/>
                </a:moveTo>
                <a:lnTo>
                  <a:pt x="1797" y="2160"/>
                </a:lnTo>
                <a:lnTo>
                  <a:pt x="991" y="2160"/>
                </a:lnTo>
                <a:lnTo>
                  <a:pt x="1797" y="1203"/>
                </a:lnTo>
                <a:close/>
                <a:moveTo>
                  <a:pt x="1395" y="3756"/>
                </a:moveTo>
                <a:cubicBezTo>
                  <a:pt x="1270" y="3756"/>
                  <a:pt x="1169" y="3859"/>
                  <a:pt x="1169" y="3982"/>
                </a:cubicBezTo>
                <a:cubicBezTo>
                  <a:pt x="1169" y="4107"/>
                  <a:pt x="1270" y="4209"/>
                  <a:pt x="1395" y="4209"/>
                </a:cubicBezTo>
                <a:lnTo>
                  <a:pt x="5395" y="4209"/>
                </a:lnTo>
                <a:cubicBezTo>
                  <a:pt x="5520" y="4209"/>
                  <a:pt x="5621" y="4107"/>
                  <a:pt x="5621" y="3982"/>
                </a:cubicBezTo>
                <a:cubicBezTo>
                  <a:pt x="5621" y="3859"/>
                  <a:pt x="5520" y="3756"/>
                  <a:pt x="5395" y="3756"/>
                </a:cubicBezTo>
                <a:close/>
                <a:moveTo>
                  <a:pt x="1395" y="4834"/>
                </a:moveTo>
                <a:cubicBezTo>
                  <a:pt x="1270" y="4834"/>
                  <a:pt x="1169" y="4937"/>
                  <a:pt x="1169" y="5061"/>
                </a:cubicBezTo>
                <a:cubicBezTo>
                  <a:pt x="1169" y="5185"/>
                  <a:pt x="1270" y="5287"/>
                  <a:pt x="1395" y="5287"/>
                </a:cubicBezTo>
                <a:lnTo>
                  <a:pt x="5395" y="5287"/>
                </a:lnTo>
                <a:cubicBezTo>
                  <a:pt x="5520" y="5287"/>
                  <a:pt x="5621" y="5185"/>
                  <a:pt x="5621" y="5061"/>
                </a:cubicBezTo>
                <a:cubicBezTo>
                  <a:pt x="5621" y="4937"/>
                  <a:pt x="5520" y="4834"/>
                  <a:pt x="5395" y="4834"/>
                </a:cubicBezTo>
                <a:close/>
                <a:moveTo>
                  <a:pt x="1395" y="5912"/>
                </a:moveTo>
                <a:cubicBezTo>
                  <a:pt x="1270" y="5912"/>
                  <a:pt x="1169" y="6015"/>
                  <a:pt x="1169" y="6139"/>
                </a:cubicBezTo>
                <a:cubicBezTo>
                  <a:pt x="1169" y="6264"/>
                  <a:pt x="1270" y="6365"/>
                  <a:pt x="1395" y="6365"/>
                </a:cubicBezTo>
                <a:lnTo>
                  <a:pt x="5395" y="6365"/>
                </a:lnTo>
                <a:cubicBezTo>
                  <a:pt x="5520" y="6365"/>
                  <a:pt x="5621" y="6264"/>
                  <a:pt x="5621" y="6139"/>
                </a:cubicBezTo>
                <a:cubicBezTo>
                  <a:pt x="5621" y="6015"/>
                  <a:pt x="5520" y="5912"/>
                  <a:pt x="5395" y="5912"/>
                </a:cubicBezTo>
                <a:close/>
                <a:moveTo>
                  <a:pt x="1395" y="6992"/>
                </a:moveTo>
                <a:cubicBezTo>
                  <a:pt x="1270" y="6992"/>
                  <a:pt x="1169" y="7093"/>
                  <a:pt x="1169" y="7218"/>
                </a:cubicBezTo>
                <a:cubicBezTo>
                  <a:pt x="1169" y="7342"/>
                  <a:pt x="1270" y="7445"/>
                  <a:pt x="1395" y="7445"/>
                </a:cubicBezTo>
                <a:lnTo>
                  <a:pt x="5395" y="7445"/>
                </a:lnTo>
                <a:cubicBezTo>
                  <a:pt x="5520" y="7445"/>
                  <a:pt x="5621" y="7342"/>
                  <a:pt x="5621" y="7218"/>
                </a:cubicBezTo>
                <a:cubicBezTo>
                  <a:pt x="5621" y="7093"/>
                  <a:pt x="5520" y="6992"/>
                  <a:pt x="5395" y="6992"/>
                </a:cubicBezTo>
                <a:close/>
                <a:moveTo>
                  <a:pt x="6109" y="710"/>
                </a:moveTo>
                <a:lnTo>
                  <a:pt x="6109" y="8270"/>
                </a:lnTo>
                <a:lnTo>
                  <a:pt x="706" y="8270"/>
                </a:lnTo>
                <a:lnTo>
                  <a:pt x="706" y="2867"/>
                </a:lnTo>
                <a:lnTo>
                  <a:pt x="2150" y="2867"/>
                </a:lnTo>
                <a:cubicBezTo>
                  <a:pt x="2346" y="2867"/>
                  <a:pt x="2505" y="2708"/>
                  <a:pt x="2505" y="2512"/>
                </a:cubicBezTo>
                <a:lnTo>
                  <a:pt x="2505" y="710"/>
                </a:lnTo>
                <a:close/>
                <a:moveTo>
                  <a:pt x="2052" y="1"/>
                </a:moveTo>
                <a:cubicBezTo>
                  <a:pt x="1948" y="1"/>
                  <a:pt x="1847" y="47"/>
                  <a:pt x="1781" y="127"/>
                </a:cubicBezTo>
                <a:lnTo>
                  <a:pt x="85" y="2133"/>
                </a:lnTo>
                <a:cubicBezTo>
                  <a:pt x="30" y="2197"/>
                  <a:pt x="0" y="2279"/>
                  <a:pt x="0" y="2362"/>
                </a:cubicBezTo>
                <a:lnTo>
                  <a:pt x="0" y="8625"/>
                </a:lnTo>
                <a:cubicBezTo>
                  <a:pt x="0" y="8821"/>
                  <a:pt x="161" y="8979"/>
                  <a:pt x="355" y="8979"/>
                </a:cubicBezTo>
                <a:lnTo>
                  <a:pt x="6466" y="8979"/>
                </a:lnTo>
                <a:cubicBezTo>
                  <a:pt x="6663" y="8979"/>
                  <a:pt x="6821" y="8820"/>
                  <a:pt x="6821" y="8625"/>
                </a:cubicBezTo>
                <a:lnTo>
                  <a:pt x="6821" y="356"/>
                </a:lnTo>
                <a:cubicBezTo>
                  <a:pt x="6821" y="161"/>
                  <a:pt x="6660" y="2"/>
                  <a:pt x="6466"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279" name="Google Shape;279;p23"/>
          <p:cNvSpPr/>
          <p:nvPr/>
        </p:nvSpPr>
        <p:spPr>
          <a:xfrm>
            <a:off x="5135354" y="3173056"/>
            <a:ext cx="233381" cy="274466"/>
          </a:xfrm>
          <a:custGeom>
            <a:rect b="b" l="l" r="r" t="t"/>
            <a:pathLst>
              <a:path extrusionOk="0" h="8979" w="6821">
                <a:moveTo>
                  <a:pt x="1797" y="1203"/>
                </a:moveTo>
                <a:lnTo>
                  <a:pt x="1797" y="2160"/>
                </a:lnTo>
                <a:lnTo>
                  <a:pt x="991" y="2160"/>
                </a:lnTo>
                <a:lnTo>
                  <a:pt x="1797" y="1203"/>
                </a:lnTo>
                <a:close/>
                <a:moveTo>
                  <a:pt x="1395" y="3756"/>
                </a:moveTo>
                <a:cubicBezTo>
                  <a:pt x="1270" y="3756"/>
                  <a:pt x="1169" y="3859"/>
                  <a:pt x="1169" y="3982"/>
                </a:cubicBezTo>
                <a:cubicBezTo>
                  <a:pt x="1169" y="4107"/>
                  <a:pt x="1270" y="4209"/>
                  <a:pt x="1395" y="4209"/>
                </a:cubicBezTo>
                <a:lnTo>
                  <a:pt x="5395" y="4209"/>
                </a:lnTo>
                <a:cubicBezTo>
                  <a:pt x="5520" y="4209"/>
                  <a:pt x="5621" y="4107"/>
                  <a:pt x="5621" y="3982"/>
                </a:cubicBezTo>
                <a:cubicBezTo>
                  <a:pt x="5621" y="3859"/>
                  <a:pt x="5520" y="3756"/>
                  <a:pt x="5395" y="3756"/>
                </a:cubicBezTo>
                <a:close/>
                <a:moveTo>
                  <a:pt x="1395" y="4834"/>
                </a:moveTo>
                <a:cubicBezTo>
                  <a:pt x="1270" y="4834"/>
                  <a:pt x="1169" y="4937"/>
                  <a:pt x="1169" y="5061"/>
                </a:cubicBezTo>
                <a:cubicBezTo>
                  <a:pt x="1169" y="5185"/>
                  <a:pt x="1270" y="5287"/>
                  <a:pt x="1395" y="5287"/>
                </a:cubicBezTo>
                <a:lnTo>
                  <a:pt x="5395" y="5287"/>
                </a:lnTo>
                <a:cubicBezTo>
                  <a:pt x="5520" y="5287"/>
                  <a:pt x="5621" y="5185"/>
                  <a:pt x="5621" y="5061"/>
                </a:cubicBezTo>
                <a:cubicBezTo>
                  <a:pt x="5621" y="4937"/>
                  <a:pt x="5520" y="4834"/>
                  <a:pt x="5395" y="4834"/>
                </a:cubicBezTo>
                <a:close/>
                <a:moveTo>
                  <a:pt x="1395" y="5912"/>
                </a:moveTo>
                <a:cubicBezTo>
                  <a:pt x="1270" y="5912"/>
                  <a:pt x="1169" y="6015"/>
                  <a:pt x="1169" y="6139"/>
                </a:cubicBezTo>
                <a:cubicBezTo>
                  <a:pt x="1169" y="6264"/>
                  <a:pt x="1270" y="6365"/>
                  <a:pt x="1395" y="6365"/>
                </a:cubicBezTo>
                <a:lnTo>
                  <a:pt x="5395" y="6365"/>
                </a:lnTo>
                <a:cubicBezTo>
                  <a:pt x="5520" y="6365"/>
                  <a:pt x="5621" y="6264"/>
                  <a:pt x="5621" y="6139"/>
                </a:cubicBezTo>
                <a:cubicBezTo>
                  <a:pt x="5621" y="6015"/>
                  <a:pt x="5520" y="5912"/>
                  <a:pt x="5395" y="5912"/>
                </a:cubicBezTo>
                <a:close/>
                <a:moveTo>
                  <a:pt x="1395" y="6992"/>
                </a:moveTo>
                <a:cubicBezTo>
                  <a:pt x="1270" y="6992"/>
                  <a:pt x="1169" y="7093"/>
                  <a:pt x="1169" y="7218"/>
                </a:cubicBezTo>
                <a:cubicBezTo>
                  <a:pt x="1169" y="7342"/>
                  <a:pt x="1270" y="7445"/>
                  <a:pt x="1395" y="7445"/>
                </a:cubicBezTo>
                <a:lnTo>
                  <a:pt x="5395" y="7445"/>
                </a:lnTo>
                <a:cubicBezTo>
                  <a:pt x="5520" y="7445"/>
                  <a:pt x="5621" y="7342"/>
                  <a:pt x="5621" y="7218"/>
                </a:cubicBezTo>
                <a:cubicBezTo>
                  <a:pt x="5621" y="7093"/>
                  <a:pt x="5520" y="6992"/>
                  <a:pt x="5395" y="6992"/>
                </a:cubicBezTo>
                <a:close/>
                <a:moveTo>
                  <a:pt x="6109" y="710"/>
                </a:moveTo>
                <a:lnTo>
                  <a:pt x="6109" y="8270"/>
                </a:lnTo>
                <a:lnTo>
                  <a:pt x="706" y="8270"/>
                </a:lnTo>
                <a:lnTo>
                  <a:pt x="706" y="2867"/>
                </a:lnTo>
                <a:lnTo>
                  <a:pt x="2150" y="2867"/>
                </a:lnTo>
                <a:cubicBezTo>
                  <a:pt x="2346" y="2867"/>
                  <a:pt x="2505" y="2708"/>
                  <a:pt x="2505" y="2512"/>
                </a:cubicBezTo>
                <a:lnTo>
                  <a:pt x="2505" y="710"/>
                </a:lnTo>
                <a:close/>
                <a:moveTo>
                  <a:pt x="2052" y="1"/>
                </a:moveTo>
                <a:cubicBezTo>
                  <a:pt x="1948" y="1"/>
                  <a:pt x="1847" y="47"/>
                  <a:pt x="1781" y="127"/>
                </a:cubicBezTo>
                <a:lnTo>
                  <a:pt x="85" y="2133"/>
                </a:lnTo>
                <a:cubicBezTo>
                  <a:pt x="30" y="2197"/>
                  <a:pt x="0" y="2279"/>
                  <a:pt x="0" y="2362"/>
                </a:cubicBezTo>
                <a:lnTo>
                  <a:pt x="0" y="8625"/>
                </a:lnTo>
                <a:cubicBezTo>
                  <a:pt x="0" y="8821"/>
                  <a:pt x="161" y="8979"/>
                  <a:pt x="355" y="8979"/>
                </a:cubicBezTo>
                <a:lnTo>
                  <a:pt x="6466" y="8979"/>
                </a:lnTo>
                <a:cubicBezTo>
                  <a:pt x="6663" y="8979"/>
                  <a:pt x="6821" y="8820"/>
                  <a:pt x="6821" y="8625"/>
                </a:cubicBezTo>
                <a:lnTo>
                  <a:pt x="6821" y="356"/>
                </a:lnTo>
                <a:cubicBezTo>
                  <a:pt x="6821" y="161"/>
                  <a:pt x="6660" y="2"/>
                  <a:pt x="6466"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cxnSp>
        <p:nvCxnSpPr>
          <p:cNvPr id="280" name="Google Shape;280;p23"/>
          <p:cNvCxnSpPr/>
          <p:nvPr/>
        </p:nvCxnSpPr>
        <p:spPr>
          <a:xfrm rot="10800000">
            <a:off x="5538042" y="1799173"/>
            <a:ext cx="0" cy="1638000"/>
          </a:xfrm>
          <a:prstGeom prst="straightConnector1">
            <a:avLst/>
          </a:prstGeom>
          <a:noFill/>
          <a:ln cap="flat" cmpd="sng" w="28575">
            <a:solidFill>
              <a:schemeClr val="accent2"/>
            </a:solidFill>
            <a:prstDash val="dash"/>
            <a:round/>
            <a:headEnd len="med" w="med" type="triangle"/>
            <a:tailEnd len="med" w="med" type="triangle"/>
          </a:ln>
        </p:spPr>
      </p:cxnSp>
      <p:sp>
        <p:nvSpPr>
          <p:cNvPr id="281" name="Google Shape;281;p23"/>
          <p:cNvSpPr txBox="1"/>
          <p:nvPr/>
        </p:nvSpPr>
        <p:spPr>
          <a:xfrm>
            <a:off x="4835133" y="3481034"/>
            <a:ext cx="1024800" cy="369300"/>
          </a:xfrm>
          <a:prstGeom prst="rect">
            <a:avLst/>
          </a:prstGeom>
          <a:noFill/>
          <a:ln>
            <a:noFill/>
          </a:ln>
        </p:spPr>
        <p:txBody>
          <a:bodyPr anchorCtr="0" anchor="t" bIns="45725" lIns="45725" spcFirstLastPara="1" rIns="45725" wrap="square" tIns="45725">
            <a:spAutoFit/>
          </a:bodyPr>
          <a:lstStyle/>
          <a:p>
            <a:pPr indent="0" lvl="0" marL="0" rtl="0" algn="ctr">
              <a:spcBef>
                <a:spcPts val="0"/>
              </a:spcBef>
              <a:spcAft>
                <a:spcPts val="0"/>
              </a:spcAft>
              <a:buNone/>
            </a:pPr>
            <a:r>
              <a:rPr b="1" lang="en" sz="900">
                <a:solidFill>
                  <a:schemeClr val="dk2"/>
                </a:solidFill>
              </a:rPr>
              <a:t>Result Fusion </a:t>
            </a:r>
            <a:br>
              <a:rPr b="1" lang="en" sz="900">
                <a:solidFill>
                  <a:schemeClr val="dk2"/>
                </a:solidFill>
              </a:rPr>
            </a:br>
            <a:r>
              <a:rPr b="1" lang="en" sz="900">
                <a:solidFill>
                  <a:schemeClr val="dk2"/>
                </a:solidFill>
              </a:rPr>
              <a:t>and Reordering</a:t>
            </a:r>
            <a:endParaRPr b="1" sz="900">
              <a:solidFill>
                <a:schemeClr val="dk2"/>
              </a:solidFill>
            </a:endParaRPr>
          </a:p>
        </p:txBody>
      </p:sp>
      <p:sp>
        <p:nvSpPr>
          <p:cNvPr id="282" name="Google Shape;282;p23"/>
          <p:cNvSpPr/>
          <p:nvPr/>
        </p:nvSpPr>
        <p:spPr>
          <a:xfrm>
            <a:off x="2972813" y="2851109"/>
            <a:ext cx="1342500" cy="1062300"/>
          </a:xfrm>
          <a:prstGeom prst="roundRect">
            <a:avLst>
              <a:gd fmla="val 3680" name="adj"/>
            </a:avLst>
          </a:prstGeom>
          <a:solidFill>
            <a:schemeClr val="lt1"/>
          </a:solidFill>
          <a:ln cap="flat" cmpd="sng" w="28575">
            <a:solidFill>
              <a:schemeClr val="accent1"/>
            </a:solidFill>
            <a:prstDash val="solid"/>
            <a:round/>
            <a:headEnd len="sm" w="sm" type="none"/>
            <a:tailEnd len="sm" w="sm" type="none"/>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800"/>
          </a:p>
        </p:txBody>
      </p:sp>
      <p:sp>
        <p:nvSpPr>
          <p:cNvPr id="283" name="Google Shape;283;p23"/>
          <p:cNvSpPr/>
          <p:nvPr/>
        </p:nvSpPr>
        <p:spPr>
          <a:xfrm>
            <a:off x="2972813" y="1684971"/>
            <a:ext cx="1342500" cy="1062300"/>
          </a:xfrm>
          <a:prstGeom prst="roundRect">
            <a:avLst>
              <a:gd fmla="val 3680" name="adj"/>
            </a:avLst>
          </a:prstGeom>
          <a:solidFill>
            <a:schemeClr val="lt1"/>
          </a:solidFill>
          <a:ln cap="flat" cmpd="sng" w="28575">
            <a:solidFill>
              <a:schemeClr val="accent1"/>
            </a:solidFill>
            <a:prstDash val="solid"/>
            <a:round/>
            <a:headEnd len="sm" w="sm" type="none"/>
            <a:tailEnd len="sm" w="sm" type="none"/>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800"/>
          </a:p>
        </p:txBody>
      </p:sp>
      <p:sp>
        <p:nvSpPr>
          <p:cNvPr id="284" name="Google Shape;284;p23"/>
          <p:cNvSpPr txBox="1"/>
          <p:nvPr/>
        </p:nvSpPr>
        <p:spPr>
          <a:xfrm>
            <a:off x="3131738" y="3481034"/>
            <a:ext cx="1024800" cy="369300"/>
          </a:xfrm>
          <a:prstGeom prst="rect">
            <a:avLst/>
          </a:prstGeom>
          <a:noFill/>
          <a:ln>
            <a:noFill/>
          </a:ln>
        </p:spPr>
        <p:txBody>
          <a:bodyPr anchorCtr="0" anchor="t" bIns="45725" lIns="45725" spcFirstLastPara="1" rIns="45725" wrap="square" tIns="45725">
            <a:spAutoFit/>
          </a:bodyPr>
          <a:lstStyle/>
          <a:p>
            <a:pPr indent="0" lvl="0" marL="0" rtl="0" algn="ctr">
              <a:spcBef>
                <a:spcPts val="0"/>
              </a:spcBef>
              <a:spcAft>
                <a:spcPts val="0"/>
              </a:spcAft>
              <a:buNone/>
            </a:pPr>
            <a:r>
              <a:rPr b="1" lang="en" sz="900">
                <a:solidFill>
                  <a:schemeClr val="dk2"/>
                </a:solidFill>
              </a:rPr>
              <a:t>Keyword / Lexical Lookup</a:t>
            </a:r>
            <a:endParaRPr b="1" sz="800">
              <a:solidFill>
                <a:schemeClr val="dk2"/>
              </a:solidFill>
            </a:endParaRPr>
          </a:p>
        </p:txBody>
      </p:sp>
      <p:grpSp>
        <p:nvGrpSpPr>
          <p:cNvPr id="285" name="Google Shape;285;p23"/>
          <p:cNvGrpSpPr/>
          <p:nvPr/>
        </p:nvGrpSpPr>
        <p:grpSpPr>
          <a:xfrm>
            <a:off x="3479049" y="3125577"/>
            <a:ext cx="313040" cy="281117"/>
            <a:chOff x="6259702" y="1098074"/>
            <a:chExt cx="397209" cy="384460"/>
          </a:xfrm>
        </p:grpSpPr>
        <p:sp>
          <p:nvSpPr>
            <p:cNvPr id="286" name="Google Shape;286;p23"/>
            <p:cNvSpPr/>
            <p:nvPr/>
          </p:nvSpPr>
          <p:spPr>
            <a:xfrm>
              <a:off x="6259702" y="1098074"/>
              <a:ext cx="397209" cy="384460"/>
            </a:xfrm>
            <a:custGeom>
              <a:rect b="b" l="l" r="r" t="t"/>
              <a:pathLst>
                <a:path extrusionOk="0" h="384460" w="397209">
                  <a:moveTo>
                    <a:pt x="350066" y="0"/>
                  </a:moveTo>
                  <a:lnTo>
                    <a:pt x="47144" y="0"/>
                  </a:lnTo>
                  <a:cubicBezTo>
                    <a:pt x="21137" y="71"/>
                    <a:pt x="71" y="21137"/>
                    <a:pt x="0" y="47144"/>
                  </a:cubicBezTo>
                  <a:lnTo>
                    <a:pt x="0" y="239889"/>
                  </a:lnTo>
                  <a:cubicBezTo>
                    <a:pt x="0" y="265947"/>
                    <a:pt x="21086" y="287092"/>
                    <a:pt x="47144" y="287163"/>
                  </a:cubicBezTo>
                  <a:lnTo>
                    <a:pt x="95851" y="287163"/>
                  </a:lnTo>
                  <a:cubicBezTo>
                    <a:pt x="98655" y="287092"/>
                    <a:pt x="100987" y="289307"/>
                    <a:pt x="101059" y="292111"/>
                  </a:cubicBezTo>
                  <a:cubicBezTo>
                    <a:pt x="101060" y="292154"/>
                    <a:pt x="101061" y="292198"/>
                    <a:pt x="101061" y="292242"/>
                  </a:cubicBezTo>
                  <a:lnTo>
                    <a:pt x="101061" y="357359"/>
                  </a:lnTo>
                  <a:cubicBezTo>
                    <a:pt x="100520" y="369173"/>
                    <a:pt x="108007" y="379869"/>
                    <a:pt x="119293" y="383405"/>
                  </a:cubicBezTo>
                  <a:cubicBezTo>
                    <a:pt x="122016" y="384103"/>
                    <a:pt x="124816" y="384454"/>
                    <a:pt x="127628" y="384447"/>
                  </a:cubicBezTo>
                  <a:cubicBezTo>
                    <a:pt x="134228" y="384671"/>
                    <a:pt x="140632" y="382176"/>
                    <a:pt x="145340" y="377545"/>
                  </a:cubicBezTo>
                  <a:lnTo>
                    <a:pt x="145340" y="377545"/>
                  </a:lnTo>
                  <a:lnTo>
                    <a:pt x="232986" y="288856"/>
                  </a:lnTo>
                  <a:cubicBezTo>
                    <a:pt x="233940" y="287863"/>
                    <a:pt x="235256" y="287299"/>
                    <a:pt x="236633" y="287293"/>
                  </a:cubicBezTo>
                  <a:lnTo>
                    <a:pt x="350066" y="287293"/>
                  </a:lnTo>
                  <a:cubicBezTo>
                    <a:pt x="376073" y="287222"/>
                    <a:pt x="397138" y="266157"/>
                    <a:pt x="397210" y="240149"/>
                  </a:cubicBezTo>
                  <a:lnTo>
                    <a:pt x="397210" y="47144"/>
                  </a:lnTo>
                  <a:cubicBezTo>
                    <a:pt x="397138" y="21137"/>
                    <a:pt x="376073" y="71"/>
                    <a:pt x="350066" y="0"/>
                  </a:cubicBezTo>
                  <a:close/>
                  <a:moveTo>
                    <a:pt x="364652" y="239889"/>
                  </a:moveTo>
                  <a:cubicBezTo>
                    <a:pt x="364652" y="247945"/>
                    <a:pt x="358122" y="254475"/>
                    <a:pt x="350066" y="254475"/>
                  </a:cubicBezTo>
                  <a:lnTo>
                    <a:pt x="236633" y="254475"/>
                  </a:lnTo>
                  <a:cubicBezTo>
                    <a:pt x="226554" y="254479"/>
                    <a:pt x="216895" y="258511"/>
                    <a:pt x="209805" y="265675"/>
                  </a:cubicBezTo>
                  <a:lnTo>
                    <a:pt x="133619" y="342903"/>
                  </a:lnTo>
                  <a:lnTo>
                    <a:pt x="133619" y="292242"/>
                  </a:lnTo>
                  <a:cubicBezTo>
                    <a:pt x="133547" y="271435"/>
                    <a:pt x="116659" y="254605"/>
                    <a:pt x="95851" y="254605"/>
                  </a:cubicBezTo>
                  <a:lnTo>
                    <a:pt x="47144" y="254605"/>
                  </a:lnTo>
                  <a:cubicBezTo>
                    <a:pt x="39068" y="254533"/>
                    <a:pt x="32558" y="247966"/>
                    <a:pt x="32558" y="239889"/>
                  </a:cubicBezTo>
                  <a:lnTo>
                    <a:pt x="32558" y="47144"/>
                  </a:lnTo>
                  <a:cubicBezTo>
                    <a:pt x="32558" y="39089"/>
                    <a:pt x="39089" y="32558"/>
                    <a:pt x="47144" y="32558"/>
                  </a:cubicBezTo>
                  <a:lnTo>
                    <a:pt x="350066" y="32558"/>
                  </a:lnTo>
                  <a:cubicBezTo>
                    <a:pt x="358122" y="32558"/>
                    <a:pt x="364652" y="39089"/>
                    <a:pt x="364652" y="47144"/>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00">
                <a:solidFill>
                  <a:srgbClr val="262626"/>
                </a:solidFill>
                <a:latin typeface="Arial"/>
                <a:ea typeface="Arial"/>
                <a:cs typeface="Arial"/>
                <a:sym typeface="Arial"/>
              </a:endParaRPr>
            </a:p>
          </p:txBody>
        </p:sp>
        <p:sp>
          <p:nvSpPr>
            <p:cNvPr id="287" name="Google Shape;287;p23"/>
            <p:cNvSpPr/>
            <p:nvPr/>
          </p:nvSpPr>
          <p:spPr>
            <a:xfrm>
              <a:off x="6321171" y="1202260"/>
              <a:ext cx="274270" cy="20837"/>
            </a:xfrm>
            <a:custGeom>
              <a:rect b="b" l="l" r="r" t="t"/>
              <a:pathLst>
                <a:path extrusionOk="0" h="20837" w="274270">
                  <a:moveTo>
                    <a:pt x="263852" y="0"/>
                  </a:moveTo>
                  <a:lnTo>
                    <a:pt x="10419" y="0"/>
                  </a:lnTo>
                  <a:cubicBezTo>
                    <a:pt x="4665" y="0"/>
                    <a:pt x="0" y="4665"/>
                    <a:pt x="0" y="10419"/>
                  </a:cubicBezTo>
                  <a:cubicBezTo>
                    <a:pt x="0" y="16172"/>
                    <a:pt x="4665" y="20837"/>
                    <a:pt x="10419" y="20837"/>
                  </a:cubicBezTo>
                  <a:lnTo>
                    <a:pt x="263852" y="20837"/>
                  </a:lnTo>
                  <a:cubicBezTo>
                    <a:pt x="269605" y="20837"/>
                    <a:pt x="274270" y="16172"/>
                    <a:pt x="274270" y="10419"/>
                  </a:cubicBezTo>
                  <a:cubicBezTo>
                    <a:pt x="274270" y="4665"/>
                    <a:pt x="269605" y="0"/>
                    <a:pt x="263852" y="0"/>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00">
                <a:solidFill>
                  <a:srgbClr val="262626"/>
                </a:solidFill>
                <a:latin typeface="Arial"/>
                <a:ea typeface="Arial"/>
                <a:cs typeface="Arial"/>
                <a:sym typeface="Arial"/>
              </a:endParaRPr>
            </a:p>
          </p:txBody>
        </p:sp>
        <p:sp>
          <p:nvSpPr>
            <p:cNvPr id="288" name="Google Shape;288;p23"/>
            <p:cNvSpPr/>
            <p:nvPr/>
          </p:nvSpPr>
          <p:spPr>
            <a:xfrm>
              <a:off x="6321171" y="1255916"/>
              <a:ext cx="198214" cy="20837"/>
            </a:xfrm>
            <a:custGeom>
              <a:rect b="b" l="l" r="r" t="t"/>
              <a:pathLst>
                <a:path extrusionOk="0" h="20837" w="198214">
                  <a:moveTo>
                    <a:pt x="187796" y="0"/>
                  </a:moveTo>
                  <a:lnTo>
                    <a:pt x="10419" y="0"/>
                  </a:lnTo>
                  <a:cubicBezTo>
                    <a:pt x="4665" y="0"/>
                    <a:pt x="0" y="4665"/>
                    <a:pt x="0" y="10419"/>
                  </a:cubicBezTo>
                  <a:cubicBezTo>
                    <a:pt x="0" y="16172"/>
                    <a:pt x="4665" y="20837"/>
                    <a:pt x="10419" y="20837"/>
                  </a:cubicBezTo>
                  <a:lnTo>
                    <a:pt x="187796" y="20837"/>
                  </a:lnTo>
                  <a:cubicBezTo>
                    <a:pt x="193549" y="20837"/>
                    <a:pt x="198214" y="16172"/>
                    <a:pt x="198214" y="10419"/>
                  </a:cubicBezTo>
                  <a:cubicBezTo>
                    <a:pt x="198214" y="4665"/>
                    <a:pt x="193549" y="0"/>
                    <a:pt x="187796" y="0"/>
                  </a:cubicBezTo>
                  <a:close/>
                </a:path>
              </a:pathLst>
            </a:custGeom>
            <a:solidFill>
              <a:srgbClr val="2AB5E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400">
                <a:solidFill>
                  <a:srgbClr val="262626"/>
                </a:solidFill>
                <a:latin typeface="Arial"/>
                <a:ea typeface="Arial"/>
                <a:cs typeface="Arial"/>
                <a:sym typeface="Arial"/>
              </a:endParaRPr>
            </a:p>
          </p:txBody>
        </p:sp>
      </p:grpSp>
      <p:sp>
        <p:nvSpPr>
          <p:cNvPr id="289" name="Google Shape;289;p23"/>
          <p:cNvSpPr txBox="1"/>
          <p:nvPr/>
        </p:nvSpPr>
        <p:spPr>
          <a:xfrm>
            <a:off x="3131738" y="2293346"/>
            <a:ext cx="1024800" cy="369300"/>
          </a:xfrm>
          <a:prstGeom prst="rect">
            <a:avLst/>
          </a:prstGeom>
          <a:noFill/>
          <a:ln>
            <a:noFill/>
          </a:ln>
        </p:spPr>
        <p:txBody>
          <a:bodyPr anchorCtr="0" anchor="t" bIns="45725" lIns="45725" spcFirstLastPara="1" rIns="45725" wrap="square" tIns="45725">
            <a:spAutoFit/>
          </a:bodyPr>
          <a:lstStyle/>
          <a:p>
            <a:pPr indent="0" lvl="0" marL="0" rtl="0" algn="ctr">
              <a:spcBef>
                <a:spcPts val="0"/>
              </a:spcBef>
              <a:spcAft>
                <a:spcPts val="0"/>
              </a:spcAft>
              <a:buNone/>
            </a:pPr>
            <a:r>
              <a:rPr b="1" lang="en" sz="900">
                <a:solidFill>
                  <a:schemeClr val="dk2"/>
                </a:solidFill>
              </a:rPr>
              <a:t>Semantic Lookup</a:t>
            </a:r>
            <a:endParaRPr b="1" sz="800">
              <a:solidFill>
                <a:schemeClr val="dk2"/>
              </a:solidFill>
            </a:endParaRPr>
          </a:p>
        </p:txBody>
      </p:sp>
      <p:grpSp>
        <p:nvGrpSpPr>
          <p:cNvPr id="290" name="Google Shape;290;p23"/>
          <p:cNvGrpSpPr/>
          <p:nvPr/>
        </p:nvGrpSpPr>
        <p:grpSpPr>
          <a:xfrm>
            <a:off x="3367092" y="1816717"/>
            <a:ext cx="537243" cy="535046"/>
            <a:chOff x="578762" y="1398530"/>
            <a:chExt cx="1771325" cy="1764082"/>
          </a:xfrm>
        </p:grpSpPr>
        <p:grpSp>
          <p:nvGrpSpPr>
            <p:cNvPr id="291" name="Google Shape;291;p23"/>
            <p:cNvGrpSpPr/>
            <p:nvPr/>
          </p:nvGrpSpPr>
          <p:grpSpPr>
            <a:xfrm rot="-8258258">
              <a:off x="877990" y="1670874"/>
              <a:ext cx="1228008" cy="1200346"/>
              <a:chOff x="424475" y="2506638"/>
              <a:chExt cx="1099313" cy="1074550"/>
            </a:xfrm>
          </p:grpSpPr>
          <p:sp>
            <p:nvSpPr>
              <p:cNvPr id="292" name="Google Shape;292;p23"/>
              <p:cNvSpPr/>
              <p:nvPr/>
            </p:nvSpPr>
            <p:spPr>
              <a:xfrm>
                <a:off x="1110625" y="2951613"/>
                <a:ext cx="61800" cy="61800"/>
              </a:xfrm>
              <a:prstGeom prst="ellipse">
                <a:avLst/>
              </a:prstGeom>
              <a:solidFill>
                <a:srgbClr val="29B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3"/>
              <p:cNvSpPr/>
              <p:nvPr/>
            </p:nvSpPr>
            <p:spPr>
              <a:xfrm>
                <a:off x="1458175" y="3013425"/>
                <a:ext cx="61800" cy="61800"/>
              </a:xfrm>
              <a:prstGeom prst="ellipse">
                <a:avLst/>
              </a:prstGeom>
              <a:solidFill>
                <a:srgbClr val="29B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23"/>
              <p:cNvSpPr/>
              <p:nvPr/>
            </p:nvSpPr>
            <p:spPr>
              <a:xfrm>
                <a:off x="729863" y="2667700"/>
                <a:ext cx="61800" cy="61800"/>
              </a:xfrm>
              <a:prstGeom prst="ellipse">
                <a:avLst/>
              </a:prstGeom>
              <a:solidFill>
                <a:srgbClr val="29B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3"/>
              <p:cNvSpPr/>
              <p:nvPr/>
            </p:nvSpPr>
            <p:spPr>
              <a:xfrm>
                <a:off x="634575" y="2951613"/>
                <a:ext cx="61800" cy="61800"/>
              </a:xfrm>
              <a:prstGeom prst="ellipse">
                <a:avLst/>
              </a:prstGeom>
              <a:solidFill>
                <a:srgbClr val="D4D4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3"/>
              <p:cNvSpPr/>
              <p:nvPr/>
            </p:nvSpPr>
            <p:spPr>
              <a:xfrm>
                <a:off x="758550" y="2979450"/>
                <a:ext cx="61800" cy="61800"/>
              </a:xfrm>
              <a:prstGeom prst="ellipse">
                <a:avLst/>
              </a:prstGeom>
              <a:solidFill>
                <a:srgbClr val="29B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3"/>
              <p:cNvSpPr/>
              <p:nvPr/>
            </p:nvSpPr>
            <p:spPr>
              <a:xfrm>
                <a:off x="696750" y="3080800"/>
                <a:ext cx="61800" cy="61800"/>
              </a:xfrm>
              <a:prstGeom prst="ellipse">
                <a:avLst/>
              </a:prstGeom>
              <a:solidFill>
                <a:srgbClr val="29B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3"/>
              <p:cNvSpPr/>
              <p:nvPr/>
            </p:nvSpPr>
            <p:spPr>
              <a:xfrm>
                <a:off x="424475" y="3080800"/>
                <a:ext cx="61800" cy="61800"/>
              </a:xfrm>
              <a:prstGeom prst="ellipse">
                <a:avLst/>
              </a:prstGeom>
              <a:solidFill>
                <a:srgbClr val="D4D4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3"/>
              <p:cNvSpPr/>
              <p:nvPr/>
            </p:nvSpPr>
            <p:spPr>
              <a:xfrm>
                <a:off x="573188" y="3174350"/>
                <a:ext cx="61800" cy="61800"/>
              </a:xfrm>
              <a:prstGeom prst="ellipse">
                <a:avLst/>
              </a:prstGeom>
              <a:solidFill>
                <a:srgbClr val="D4D4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23"/>
              <p:cNvSpPr/>
              <p:nvPr/>
            </p:nvSpPr>
            <p:spPr>
              <a:xfrm>
                <a:off x="882525" y="3391475"/>
                <a:ext cx="61800" cy="61800"/>
              </a:xfrm>
              <a:prstGeom prst="ellipse">
                <a:avLst/>
              </a:prstGeom>
              <a:solidFill>
                <a:srgbClr val="D4D4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23"/>
              <p:cNvSpPr/>
              <p:nvPr/>
            </p:nvSpPr>
            <p:spPr>
              <a:xfrm>
                <a:off x="1110638" y="2667688"/>
                <a:ext cx="61800" cy="61800"/>
              </a:xfrm>
              <a:prstGeom prst="ellipse">
                <a:avLst/>
              </a:prstGeom>
              <a:solidFill>
                <a:srgbClr val="29B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3"/>
              <p:cNvSpPr/>
              <p:nvPr/>
            </p:nvSpPr>
            <p:spPr>
              <a:xfrm>
                <a:off x="996588" y="3236138"/>
                <a:ext cx="61800" cy="61800"/>
              </a:xfrm>
              <a:prstGeom prst="ellipse">
                <a:avLst/>
              </a:prstGeom>
              <a:solidFill>
                <a:srgbClr val="D4D4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23"/>
              <p:cNvSpPr/>
              <p:nvPr/>
            </p:nvSpPr>
            <p:spPr>
              <a:xfrm>
                <a:off x="837088" y="2568475"/>
                <a:ext cx="61800" cy="61800"/>
              </a:xfrm>
              <a:prstGeom prst="ellipse">
                <a:avLst/>
              </a:prstGeom>
              <a:solidFill>
                <a:srgbClr val="29B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3"/>
              <p:cNvSpPr/>
              <p:nvPr/>
            </p:nvSpPr>
            <p:spPr>
              <a:xfrm>
                <a:off x="1172438" y="2790338"/>
                <a:ext cx="61800" cy="61800"/>
              </a:xfrm>
              <a:prstGeom prst="ellipse">
                <a:avLst/>
              </a:prstGeom>
              <a:solidFill>
                <a:srgbClr val="29B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3"/>
              <p:cNvSpPr/>
              <p:nvPr/>
            </p:nvSpPr>
            <p:spPr>
              <a:xfrm>
                <a:off x="1172438" y="3519388"/>
                <a:ext cx="61800" cy="61800"/>
              </a:xfrm>
              <a:prstGeom prst="ellipse">
                <a:avLst/>
              </a:prstGeom>
              <a:solidFill>
                <a:srgbClr val="D4D4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23"/>
              <p:cNvSpPr/>
              <p:nvPr/>
            </p:nvSpPr>
            <p:spPr>
              <a:xfrm>
                <a:off x="482713" y="2852150"/>
                <a:ext cx="61800" cy="61800"/>
              </a:xfrm>
              <a:prstGeom prst="ellipse">
                <a:avLst/>
              </a:prstGeom>
              <a:solidFill>
                <a:srgbClr val="29B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23"/>
              <p:cNvSpPr/>
              <p:nvPr/>
            </p:nvSpPr>
            <p:spPr>
              <a:xfrm>
                <a:off x="882538" y="3221200"/>
                <a:ext cx="61800" cy="61800"/>
              </a:xfrm>
              <a:prstGeom prst="ellipse">
                <a:avLst/>
              </a:prstGeom>
              <a:solidFill>
                <a:srgbClr val="29B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3"/>
              <p:cNvSpPr/>
              <p:nvPr/>
            </p:nvSpPr>
            <p:spPr>
              <a:xfrm>
                <a:off x="572788" y="2602113"/>
                <a:ext cx="61800" cy="61800"/>
              </a:xfrm>
              <a:prstGeom prst="ellipse">
                <a:avLst/>
              </a:prstGeom>
              <a:solidFill>
                <a:srgbClr val="D4D4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23"/>
              <p:cNvSpPr/>
              <p:nvPr/>
            </p:nvSpPr>
            <p:spPr>
              <a:xfrm>
                <a:off x="1025163" y="3453275"/>
                <a:ext cx="61800" cy="61800"/>
              </a:xfrm>
              <a:prstGeom prst="ellipse">
                <a:avLst/>
              </a:prstGeom>
              <a:solidFill>
                <a:srgbClr val="29B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3"/>
              <p:cNvSpPr/>
              <p:nvPr/>
            </p:nvSpPr>
            <p:spPr>
              <a:xfrm>
                <a:off x="1461988" y="2693750"/>
                <a:ext cx="61800" cy="61800"/>
              </a:xfrm>
              <a:prstGeom prst="ellipse">
                <a:avLst/>
              </a:prstGeom>
              <a:solidFill>
                <a:srgbClr val="D4D4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3"/>
              <p:cNvSpPr/>
              <p:nvPr/>
            </p:nvSpPr>
            <p:spPr>
              <a:xfrm>
                <a:off x="1286300" y="2667688"/>
                <a:ext cx="61800" cy="61800"/>
              </a:xfrm>
              <a:prstGeom prst="ellipse">
                <a:avLst/>
              </a:prstGeom>
              <a:solidFill>
                <a:srgbClr val="29B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3"/>
              <p:cNvSpPr/>
              <p:nvPr/>
            </p:nvSpPr>
            <p:spPr>
              <a:xfrm>
                <a:off x="1325650" y="2852150"/>
                <a:ext cx="61800" cy="61800"/>
              </a:xfrm>
              <a:prstGeom prst="ellipse">
                <a:avLst/>
              </a:prstGeom>
              <a:solidFill>
                <a:srgbClr val="29B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3"/>
              <p:cNvSpPr/>
              <p:nvPr/>
            </p:nvSpPr>
            <p:spPr>
              <a:xfrm>
                <a:off x="1234225" y="2506638"/>
                <a:ext cx="61800" cy="61800"/>
              </a:xfrm>
              <a:prstGeom prst="ellipse">
                <a:avLst/>
              </a:prstGeom>
              <a:solidFill>
                <a:srgbClr val="D4D4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23"/>
              <p:cNvSpPr/>
              <p:nvPr/>
            </p:nvSpPr>
            <p:spPr>
              <a:xfrm>
                <a:off x="1325650" y="3142600"/>
                <a:ext cx="61800" cy="61800"/>
              </a:xfrm>
              <a:prstGeom prst="ellipse">
                <a:avLst/>
              </a:prstGeom>
              <a:solidFill>
                <a:srgbClr val="D4D4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23"/>
              <p:cNvSpPr/>
              <p:nvPr/>
            </p:nvSpPr>
            <p:spPr>
              <a:xfrm>
                <a:off x="729850" y="2852150"/>
                <a:ext cx="61800" cy="61800"/>
              </a:xfrm>
              <a:prstGeom prst="ellipse">
                <a:avLst/>
              </a:prstGeom>
              <a:solidFill>
                <a:srgbClr val="29B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3"/>
              <p:cNvSpPr/>
              <p:nvPr/>
            </p:nvSpPr>
            <p:spPr>
              <a:xfrm>
                <a:off x="1263850" y="2979438"/>
                <a:ext cx="61800" cy="61800"/>
              </a:xfrm>
              <a:prstGeom prst="ellipse">
                <a:avLst/>
              </a:prstGeom>
              <a:solidFill>
                <a:srgbClr val="D4D4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3"/>
              <p:cNvSpPr/>
              <p:nvPr/>
            </p:nvSpPr>
            <p:spPr>
              <a:xfrm>
                <a:off x="837075" y="2755550"/>
                <a:ext cx="61800" cy="61800"/>
              </a:xfrm>
              <a:prstGeom prst="ellipse">
                <a:avLst/>
              </a:prstGeom>
              <a:solidFill>
                <a:srgbClr val="D4D4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3"/>
              <p:cNvSpPr/>
              <p:nvPr/>
            </p:nvSpPr>
            <p:spPr>
              <a:xfrm>
                <a:off x="729850" y="3519388"/>
                <a:ext cx="61800" cy="61800"/>
              </a:xfrm>
              <a:prstGeom prst="ellipse">
                <a:avLst/>
              </a:prstGeom>
              <a:solidFill>
                <a:srgbClr val="29B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9" name="Google Shape;319;p23"/>
            <p:cNvGrpSpPr/>
            <p:nvPr/>
          </p:nvGrpSpPr>
          <p:grpSpPr>
            <a:xfrm rot="-7966195">
              <a:off x="820401" y="1672139"/>
              <a:ext cx="1277422" cy="1216863"/>
              <a:chOff x="4716225" y="2786974"/>
              <a:chExt cx="148025" cy="173176"/>
            </a:xfrm>
          </p:grpSpPr>
          <p:sp>
            <p:nvSpPr>
              <p:cNvPr id="320" name="Google Shape;320;p23"/>
              <p:cNvSpPr/>
              <p:nvPr/>
            </p:nvSpPr>
            <p:spPr>
              <a:xfrm>
                <a:off x="4716225" y="2879125"/>
                <a:ext cx="148025" cy="81025"/>
              </a:xfrm>
              <a:custGeom>
                <a:rect b="b" l="l" r="r" t="t"/>
                <a:pathLst>
                  <a:path extrusionOk="0" fill="none" h="3241" w="5921">
                    <a:moveTo>
                      <a:pt x="5921" y="3240"/>
                    </a:moveTo>
                    <a:lnTo>
                      <a:pt x="3016" y="1"/>
                    </a:lnTo>
                    <a:lnTo>
                      <a:pt x="0" y="3129"/>
                    </a:lnTo>
                  </a:path>
                </a:pathLst>
              </a:custGeom>
              <a:noFill/>
              <a:ln cap="rnd" cmpd="sng" w="38100">
                <a:solidFill>
                  <a:srgbClr val="29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3"/>
              <p:cNvSpPr/>
              <p:nvPr/>
            </p:nvSpPr>
            <p:spPr>
              <a:xfrm>
                <a:off x="4790226" y="2786974"/>
                <a:ext cx="1423" cy="92645"/>
              </a:xfrm>
              <a:custGeom>
                <a:rect b="b" l="l" r="r" t="t"/>
                <a:pathLst>
                  <a:path extrusionOk="0" fill="none" h="3855" w="57">
                    <a:moveTo>
                      <a:pt x="56" y="3854"/>
                    </a:moveTo>
                    <a:lnTo>
                      <a:pt x="1" y="0"/>
                    </a:lnTo>
                  </a:path>
                </a:pathLst>
              </a:custGeom>
              <a:noFill/>
              <a:ln cap="rnd" cmpd="sng" w="38100">
                <a:solidFill>
                  <a:srgbClr val="29B5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22" name="Google Shape;322;p23"/>
          <p:cNvSpPr/>
          <p:nvPr/>
        </p:nvSpPr>
        <p:spPr>
          <a:xfrm rot="5400000">
            <a:off x="4746134" y="2745060"/>
            <a:ext cx="71100" cy="100500"/>
          </a:xfrm>
          <a:prstGeom prst="triangle">
            <a:avLst>
              <a:gd fmla="val 50000" name="adj"/>
            </a:avLst>
          </a:prstGeom>
          <a:solidFill>
            <a:schemeClr val="dk2"/>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sp>
        <p:nvSpPr>
          <p:cNvPr id="323" name="Google Shape;323;p23"/>
          <p:cNvSpPr/>
          <p:nvPr/>
        </p:nvSpPr>
        <p:spPr>
          <a:xfrm>
            <a:off x="6767390" y="1474238"/>
            <a:ext cx="2000100" cy="2699100"/>
          </a:xfrm>
          <a:prstGeom prst="roundRect">
            <a:avLst>
              <a:gd fmla="val 3680" name="adj"/>
            </a:avLst>
          </a:prstGeom>
          <a:solidFill>
            <a:schemeClr val="lt1"/>
          </a:solidFill>
          <a:ln cap="flat" cmpd="sng" w="28575">
            <a:solidFill>
              <a:schemeClr val="accent1"/>
            </a:solidFill>
            <a:prstDash val="solid"/>
            <a:round/>
            <a:headEnd len="sm" w="sm" type="none"/>
            <a:tailEnd len="sm" w="sm" type="none"/>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800"/>
          </a:p>
        </p:txBody>
      </p:sp>
      <p:sp>
        <p:nvSpPr>
          <p:cNvPr id="324" name="Google Shape;324;p23"/>
          <p:cNvSpPr txBox="1"/>
          <p:nvPr/>
        </p:nvSpPr>
        <p:spPr>
          <a:xfrm>
            <a:off x="6871577" y="1624963"/>
            <a:ext cx="1791600" cy="2108700"/>
          </a:xfrm>
          <a:prstGeom prst="rect">
            <a:avLst/>
          </a:prstGeom>
          <a:noFill/>
          <a:ln>
            <a:noFill/>
          </a:ln>
        </p:spPr>
        <p:txBody>
          <a:bodyPr anchorCtr="0" anchor="t" bIns="45725" lIns="45725" spcFirstLastPara="1" rIns="45725" wrap="square" tIns="45725">
            <a:spAutoFit/>
          </a:bodyPr>
          <a:lstStyle/>
          <a:p>
            <a:pPr indent="0" lvl="0" marL="0" rtl="0" algn="ctr">
              <a:spcBef>
                <a:spcPts val="0"/>
              </a:spcBef>
              <a:spcAft>
                <a:spcPts val="0"/>
              </a:spcAft>
              <a:buNone/>
            </a:pPr>
            <a:r>
              <a:rPr b="1" lang="en" sz="1100">
                <a:solidFill>
                  <a:schemeClr val="dk2"/>
                </a:solidFill>
              </a:rPr>
              <a:t>RESULT_1: </a:t>
            </a:r>
            <a:br>
              <a:rPr b="1" lang="en" sz="1500">
                <a:solidFill>
                  <a:schemeClr val="dk2"/>
                </a:solidFill>
              </a:rPr>
            </a:br>
            <a:r>
              <a:rPr lang="en" sz="1100">
                <a:solidFill>
                  <a:schemeClr val="dk2"/>
                </a:solidFill>
              </a:rPr>
              <a:t>“Prescribed with Topaz 10 mg starting from 10/2/2022 to Alex Mander…”</a:t>
            </a:r>
            <a:br>
              <a:rPr lang="en" sz="1100">
                <a:solidFill>
                  <a:schemeClr val="dk2"/>
                </a:solidFill>
              </a:rPr>
            </a:br>
            <a:endParaRPr sz="1100">
              <a:solidFill>
                <a:schemeClr val="dk2"/>
              </a:solidFill>
            </a:endParaRPr>
          </a:p>
          <a:p>
            <a:pPr indent="0" lvl="0" marL="0" rtl="0" algn="ctr">
              <a:spcBef>
                <a:spcPts val="600"/>
              </a:spcBef>
              <a:spcAft>
                <a:spcPts val="0"/>
              </a:spcAft>
              <a:buNone/>
            </a:pPr>
            <a:r>
              <a:rPr b="1" lang="en" sz="1100">
                <a:solidFill>
                  <a:schemeClr val="dk2"/>
                </a:solidFill>
              </a:rPr>
              <a:t>RESULT_2: </a:t>
            </a:r>
            <a:br>
              <a:rPr b="1" lang="en" sz="1500">
                <a:solidFill>
                  <a:schemeClr val="dk2"/>
                </a:solidFill>
              </a:rPr>
            </a:br>
            <a:r>
              <a:rPr lang="en" sz="1100">
                <a:solidFill>
                  <a:schemeClr val="dk2"/>
                </a:solidFill>
              </a:rPr>
              <a:t>“ 10 milligrams of per day day Topaz alongside Allegra to Junie Monza...”</a:t>
            </a:r>
            <a:br>
              <a:rPr lang="en" sz="1100">
                <a:solidFill>
                  <a:schemeClr val="dk2"/>
                </a:solidFill>
              </a:rPr>
            </a:br>
            <a:endParaRPr sz="1100">
              <a:solidFill>
                <a:schemeClr val="dk2"/>
              </a:solidFill>
            </a:endParaRPr>
          </a:p>
          <a:p>
            <a:pPr indent="0" lvl="0" marL="0" rtl="0" algn="ctr">
              <a:spcBef>
                <a:spcPts val="600"/>
              </a:spcBef>
              <a:spcAft>
                <a:spcPts val="600"/>
              </a:spcAft>
              <a:buNone/>
            </a:pPr>
            <a:r>
              <a:rPr b="1" lang="en" sz="1100">
                <a:solidFill>
                  <a:schemeClr val="dk2"/>
                </a:solidFill>
              </a:rPr>
              <a:t>RESULT_K:</a:t>
            </a:r>
            <a:r>
              <a:rPr lang="en" sz="1100">
                <a:solidFill>
                  <a:schemeClr val="dk2"/>
                </a:solidFill>
              </a:rPr>
              <a:t>”...”</a:t>
            </a:r>
            <a:r>
              <a:rPr b="1" lang="en" sz="1100">
                <a:solidFill>
                  <a:schemeClr val="dk2"/>
                </a:solidFill>
              </a:rPr>
              <a:t> </a:t>
            </a:r>
            <a:endParaRPr sz="1100">
              <a:solidFill>
                <a:schemeClr val="dk2"/>
              </a:solidFill>
            </a:endParaRPr>
          </a:p>
        </p:txBody>
      </p:sp>
      <p:sp>
        <p:nvSpPr>
          <p:cNvPr id="325" name="Google Shape;325;p23"/>
          <p:cNvSpPr/>
          <p:nvPr/>
        </p:nvSpPr>
        <p:spPr>
          <a:xfrm>
            <a:off x="7183577" y="1031344"/>
            <a:ext cx="1167600" cy="384600"/>
          </a:xfrm>
          <a:prstGeom prst="rect">
            <a:avLst/>
          </a:prstGeom>
          <a:solidFill>
            <a:srgbClr val="FFFFFF"/>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b="1" lang="en" sz="1400">
                <a:solidFill>
                  <a:schemeClr val="dk2"/>
                </a:solidFill>
              </a:rPr>
              <a:t>Result Set</a:t>
            </a:r>
            <a:endParaRPr b="1" sz="1400">
              <a:solidFill>
                <a:schemeClr val="dk2"/>
              </a:solidFill>
            </a:endParaRPr>
          </a:p>
        </p:txBody>
      </p:sp>
      <p:cxnSp>
        <p:nvCxnSpPr>
          <p:cNvPr id="326" name="Google Shape;326;p23"/>
          <p:cNvCxnSpPr/>
          <p:nvPr/>
        </p:nvCxnSpPr>
        <p:spPr>
          <a:xfrm rot="10800000">
            <a:off x="6146294" y="2498550"/>
            <a:ext cx="526200" cy="0"/>
          </a:xfrm>
          <a:prstGeom prst="straightConnector1">
            <a:avLst/>
          </a:prstGeom>
          <a:noFill/>
          <a:ln cap="flat" cmpd="sng" w="28575">
            <a:solidFill>
              <a:schemeClr val="dk2"/>
            </a:solidFill>
            <a:prstDash val="dash"/>
            <a:round/>
            <a:headEnd len="med" w="med" type="triangle"/>
            <a:tailEnd len="med" w="med" type="none"/>
          </a:ln>
        </p:spPr>
      </p:cxnSp>
      <p:sp>
        <p:nvSpPr>
          <p:cNvPr id="327" name="Google Shape;327;p23"/>
          <p:cNvSpPr/>
          <p:nvPr/>
        </p:nvSpPr>
        <p:spPr>
          <a:xfrm>
            <a:off x="2791650" y="4267000"/>
            <a:ext cx="3248400" cy="281100"/>
          </a:xfrm>
          <a:prstGeom prst="roundRect">
            <a:avLst>
              <a:gd fmla="val 13898" name="adj"/>
            </a:avLst>
          </a:prstGeom>
          <a:solidFill>
            <a:schemeClr val="lt1"/>
          </a:solidFill>
          <a:ln cap="flat" cmpd="sng" w="28575">
            <a:solidFill>
              <a:schemeClr val="accent1"/>
            </a:solidFill>
            <a:prstDash val="solid"/>
            <a:round/>
            <a:headEnd len="sm" w="sm" type="none"/>
            <a:tailEnd len="sm" w="sm" type="none"/>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800"/>
          </a:p>
        </p:txBody>
      </p:sp>
      <p:sp>
        <p:nvSpPr>
          <p:cNvPr id="328" name="Google Shape;328;p23"/>
          <p:cNvSpPr txBox="1"/>
          <p:nvPr/>
        </p:nvSpPr>
        <p:spPr>
          <a:xfrm>
            <a:off x="2889040" y="4289850"/>
            <a:ext cx="3036300" cy="231000"/>
          </a:xfrm>
          <a:prstGeom prst="rect">
            <a:avLst/>
          </a:prstGeom>
          <a:noFill/>
          <a:ln>
            <a:noFill/>
          </a:ln>
        </p:spPr>
        <p:txBody>
          <a:bodyPr anchorCtr="0" anchor="t" bIns="45725" lIns="45725" spcFirstLastPara="1" rIns="45725" wrap="square" tIns="45725">
            <a:spAutoFit/>
          </a:bodyPr>
          <a:lstStyle/>
          <a:p>
            <a:pPr indent="0" lvl="0" marL="0" rtl="0" algn="ctr">
              <a:spcBef>
                <a:spcPts val="0"/>
              </a:spcBef>
              <a:spcAft>
                <a:spcPts val="0"/>
              </a:spcAft>
              <a:buNone/>
            </a:pPr>
            <a:r>
              <a:rPr b="1" lang="en" sz="900">
                <a:solidFill>
                  <a:schemeClr val="dk2"/>
                </a:solidFill>
              </a:rPr>
              <a:t>Documents</a:t>
            </a:r>
            <a:endParaRPr b="1" sz="800">
              <a:solidFill>
                <a:schemeClr val="dk2"/>
              </a:solidFill>
            </a:endParaRPr>
          </a:p>
        </p:txBody>
      </p:sp>
      <p:sp>
        <p:nvSpPr>
          <p:cNvPr id="329" name="Google Shape;329;p23"/>
          <p:cNvSpPr/>
          <p:nvPr/>
        </p:nvSpPr>
        <p:spPr>
          <a:xfrm>
            <a:off x="3904325" y="4324900"/>
            <a:ext cx="137869" cy="162183"/>
          </a:xfrm>
          <a:custGeom>
            <a:rect b="b" l="l" r="r" t="t"/>
            <a:pathLst>
              <a:path extrusionOk="0" h="8979" w="6821">
                <a:moveTo>
                  <a:pt x="1797" y="1203"/>
                </a:moveTo>
                <a:lnTo>
                  <a:pt x="1797" y="2160"/>
                </a:lnTo>
                <a:lnTo>
                  <a:pt x="991" y="2160"/>
                </a:lnTo>
                <a:lnTo>
                  <a:pt x="1797" y="1203"/>
                </a:lnTo>
                <a:close/>
                <a:moveTo>
                  <a:pt x="1395" y="3756"/>
                </a:moveTo>
                <a:cubicBezTo>
                  <a:pt x="1270" y="3756"/>
                  <a:pt x="1169" y="3859"/>
                  <a:pt x="1169" y="3982"/>
                </a:cubicBezTo>
                <a:cubicBezTo>
                  <a:pt x="1169" y="4107"/>
                  <a:pt x="1270" y="4209"/>
                  <a:pt x="1395" y="4209"/>
                </a:cubicBezTo>
                <a:lnTo>
                  <a:pt x="5395" y="4209"/>
                </a:lnTo>
                <a:cubicBezTo>
                  <a:pt x="5520" y="4209"/>
                  <a:pt x="5621" y="4107"/>
                  <a:pt x="5621" y="3982"/>
                </a:cubicBezTo>
                <a:cubicBezTo>
                  <a:pt x="5621" y="3859"/>
                  <a:pt x="5520" y="3756"/>
                  <a:pt x="5395" y="3756"/>
                </a:cubicBezTo>
                <a:close/>
                <a:moveTo>
                  <a:pt x="1395" y="4834"/>
                </a:moveTo>
                <a:cubicBezTo>
                  <a:pt x="1270" y="4834"/>
                  <a:pt x="1169" y="4937"/>
                  <a:pt x="1169" y="5061"/>
                </a:cubicBezTo>
                <a:cubicBezTo>
                  <a:pt x="1169" y="5185"/>
                  <a:pt x="1270" y="5287"/>
                  <a:pt x="1395" y="5287"/>
                </a:cubicBezTo>
                <a:lnTo>
                  <a:pt x="5395" y="5287"/>
                </a:lnTo>
                <a:cubicBezTo>
                  <a:pt x="5520" y="5287"/>
                  <a:pt x="5621" y="5185"/>
                  <a:pt x="5621" y="5061"/>
                </a:cubicBezTo>
                <a:cubicBezTo>
                  <a:pt x="5621" y="4937"/>
                  <a:pt x="5520" y="4834"/>
                  <a:pt x="5395" y="4834"/>
                </a:cubicBezTo>
                <a:close/>
                <a:moveTo>
                  <a:pt x="1395" y="5912"/>
                </a:moveTo>
                <a:cubicBezTo>
                  <a:pt x="1270" y="5912"/>
                  <a:pt x="1169" y="6015"/>
                  <a:pt x="1169" y="6139"/>
                </a:cubicBezTo>
                <a:cubicBezTo>
                  <a:pt x="1169" y="6264"/>
                  <a:pt x="1270" y="6365"/>
                  <a:pt x="1395" y="6365"/>
                </a:cubicBezTo>
                <a:lnTo>
                  <a:pt x="5395" y="6365"/>
                </a:lnTo>
                <a:cubicBezTo>
                  <a:pt x="5520" y="6365"/>
                  <a:pt x="5621" y="6264"/>
                  <a:pt x="5621" y="6139"/>
                </a:cubicBezTo>
                <a:cubicBezTo>
                  <a:pt x="5621" y="6015"/>
                  <a:pt x="5520" y="5912"/>
                  <a:pt x="5395" y="5912"/>
                </a:cubicBezTo>
                <a:close/>
                <a:moveTo>
                  <a:pt x="1395" y="6992"/>
                </a:moveTo>
                <a:cubicBezTo>
                  <a:pt x="1270" y="6992"/>
                  <a:pt x="1169" y="7093"/>
                  <a:pt x="1169" y="7218"/>
                </a:cubicBezTo>
                <a:cubicBezTo>
                  <a:pt x="1169" y="7342"/>
                  <a:pt x="1270" y="7445"/>
                  <a:pt x="1395" y="7445"/>
                </a:cubicBezTo>
                <a:lnTo>
                  <a:pt x="5395" y="7445"/>
                </a:lnTo>
                <a:cubicBezTo>
                  <a:pt x="5520" y="7445"/>
                  <a:pt x="5621" y="7342"/>
                  <a:pt x="5621" y="7218"/>
                </a:cubicBezTo>
                <a:cubicBezTo>
                  <a:pt x="5621" y="7093"/>
                  <a:pt x="5520" y="6992"/>
                  <a:pt x="5395" y="6992"/>
                </a:cubicBezTo>
                <a:close/>
                <a:moveTo>
                  <a:pt x="6109" y="710"/>
                </a:moveTo>
                <a:lnTo>
                  <a:pt x="6109" y="8270"/>
                </a:lnTo>
                <a:lnTo>
                  <a:pt x="706" y="8270"/>
                </a:lnTo>
                <a:lnTo>
                  <a:pt x="706" y="2867"/>
                </a:lnTo>
                <a:lnTo>
                  <a:pt x="2150" y="2867"/>
                </a:lnTo>
                <a:cubicBezTo>
                  <a:pt x="2346" y="2867"/>
                  <a:pt x="2505" y="2708"/>
                  <a:pt x="2505" y="2512"/>
                </a:cubicBezTo>
                <a:lnTo>
                  <a:pt x="2505" y="710"/>
                </a:lnTo>
                <a:close/>
                <a:moveTo>
                  <a:pt x="2052" y="1"/>
                </a:moveTo>
                <a:cubicBezTo>
                  <a:pt x="1948" y="1"/>
                  <a:pt x="1847" y="47"/>
                  <a:pt x="1781" y="127"/>
                </a:cubicBezTo>
                <a:lnTo>
                  <a:pt x="85" y="2133"/>
                </a:lnTo>
                <a:cubicBezTo>
                  <a:pt x="30" y="2197"/>
                  <a:pt x="0" y="2279"/>
                  <a:pt x="0" y="2362"/>
                </a:cubicBezTo>
                <a:lnTo>
                  <a:pt x="0" y="8625"/>
                </a:lnTo>
                <a:cubicBezTo>
                  <a:pt x="0" y="8821"/>
                  <a:pt x="161" y="8979"/>
                  <a:pt x="355" y="8979"/>
                </a:cubicBezTo>
                <a:lnTo>
                  <a:pt x="6466" y="8979"/>
                </a:lnTo>
                <a:cubicBezTo>
                  <a:pt x="6663" y="8979"/>
                  <a:pt x="6821" y="8820"/>
                  <a:pt x="6821" y="8625"/>
                </a:cubicBezTo>
                <a:lnTo>
                  <a:pt x="6821" y="356"/>
                </a:lnTo>
                <a:cubicBezTo>
                  <a:pt x="6821" y="161"/>
                  <a:pt x="6660" y="2"/>
                  <a:pt x="6466"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30" name="Google Shape;330;p23"/>
          <p:cNvSpPr/>
          <p:nvPr/>
        </p:nvSpPr>
        <p:spPr>
          <a:xfrm>
            <a:off x="3729075" y="4324900"/>
            <a:ext cx="137869" cy="162183"/>
          </a:xfrm>
          <a:custGeom>
            <a:rect b="b" l="l" r="r" t="t"/>
            <a:pathLst>
              <a:path extrusionOk="0" h="8979" w="6821">
                <a:moveTo>
                  <a:pt x="1797" y="1203"/>
                </a:moveTo>
                <a:lnTo>
                  <a:pt x="1797" y="2160"/>
                </a:lnTo>
                <a:lnTo>
                  <a:pt x="991" y="2160"/>
                </a:lnTo>
                <a:lnTo>
                  <a:pt x="1797" y="1203"/>
                </a:lnTo>
                <a:close/>
                <a:moveTo>
                  <a:pt x="1395" y="3756"/>
                </a:moveTo>
                <a:cubicBezTo>
                  <a:pt x="1270" y="3756"/>
                  <a:pt x="1169" y="3859"/>
                  <a:pt x="1169" y="3982"/>
                </a:cubicBezTo>
                <a:cubicBezTo>
                  <a:pt x="1169" y="4107"/>
                  <a:pt x="1270" y="4209"/>
                  <a:pt x="1395" y="4209"/>
                </a:cubicBezTo>
                <a:lnTo>
                  <a:pt x="5395" y="4209"/>
                </a:lnTo>
                <a:cubicBezTo>
                  <a:pt x="5520" y="4209"/>
                  <a:pt x="5621" y="4107"/>
                  <a:pt x="5621" y="3982"/>
                </a:cubicBezTo>
                <a:cubicBezTo>
                  <a:pt x="5621" y="3859"/>
                  <a:pt x="5520" y="3756"/>
                  <a:pt x="5395" y="3756"/>
                </a:cubicBezTo>
                <a:close/>
                <a:moveTo>
                  <a:pt x="1395" y="4834"/>
                </a:moveTo>
                <a:cubicBezTo>
                  <a:pt x="1270" y="4834"/>
                  <a:pt x="1169" y="4937"/>
                  <a:pt x="1169" y="5061"/>
                </a:cubicBezTo>
                <a:cubicBezTo>
                  <a:pt x="1169" y="5185"/>
                  <a:pt x="1270" y="5287"/>
                  <a:pt x="1395" y="5287"/>
                </a:cubicBezTo>
                <a:lnTo>
                  <a:pt x="5395" y="5287"/>
                </a:lnTo>
                <a:cubicBezTo>
                  <a:pt x="5520" y="5287"/>
                  <a:pt x="5621" y="5185"/>
                  <a:pt x="5621" y="5061"/>
                </a:cubicBezTo>
                <a:cubicBezTo>
                  <a:pt x="5621" y="4937"/>
                  <a:pt x="5520" y="4834"/>
                  <a:pt x="5395" y="4834"/>
                </a:cubicBezTo>
                <a:close/>
                <a:moveTo>
                  <a:pt x="1395" y="5912"/>
                </a:moveTo>
                <a:cubicBezTo>
                  <a:pt x="1270" y="5912"/>
                  <a:pt x="1169" y="6015"/>
                  <a:pt x="1169" y="6139"/>
                </a:cubicBezTo>
                <a:cubicBezTo>
                  <a:pt x="1169" y="6264"/>
                  <a:pt x="1270" y="6365"/>
                  <a:pt x="1395" y="6365"/>
                </a:cubicBezTo>
                <a:lnTo>
                  <a:pt x="5395" y="6365"/>
                </a:lnTo>
                <a:cubicBezTo>
                  <a:pt x="5520" y="6365"/>
                  <a:pt x="5621" y="6264"/>
                  <a:pt x="5621" y="6139"/>
                </a:cubicBezTo>
                <a:cubicBezTo>
                  <a:pt x="5621" y="6015"/>
                  <a:pt x="5520" y="5912"/>
                  <a:pt x="5395" y="5912"/>
                </a:cubicBezTo>
                <a:close/>
                <a:moveTo>
                  <a:pt x="1395" y="6992"/>
                </a:moveTo>
                <a:cubicBezTo>
                  <a:pt x="1270" y="6992"/>
                  <a:pt x="1169" y="7093"/>
                  <a:pt x="1169" y="7218"/>
                </a:cubicBezTo>
                <a:cubicBezTo>
                  <a:pt x="1169" y="7342"/>
                  <a:pt x="1270" y="7445"/>
                  <a:pt x="1395" y="7445"/>
                </a:cubicBezTo>
                <a:lnTo>
                  <a:pt x="5395" y="7445"/>
                </a:lnTo>
                <a:cubicBezTo>
                  <a:pt x="5520" y="7445"/>
                  <a:pt x="5621" y="7342"/>
                  <a:pt x="5621" y="7218"/>
                </a:cubicBezTo>
                <a:cubicBezTo>
                  <a:pt x="5621" y="7093"/>
                  <a:pt x="5520" y="6992"/>
                  <a:pt x="5395" y="6992"/>
                </a:cubicBezTo>
                <a:close/>
                <a:moveTo>
                  <a:pt x="6109" y="710"/>
                </a:moveTo>
                <a:lnTo>
                  <a:pt x="6109" y="8270"/>
                </a:lnTo>
                <a:lnTo>
                  <a:pt x="706" y="8270"/>
                </a:lnTo>
                <a:lnTo>
                  <a:pt x="706" y="2867"/>
                </a:lnTo>
                <a:lnTo>
                  <a:pt x="2150" y="2867"/>
                </a:lnTo>
                <a:cubicBezTo>
                  <a:pt x="2346" y="2867"/>
                  <a:pt x="2505" y="2708"/>
                  <a:pt x="2505" y="2512"/>
                </a:cubicBezTo>
                <a:lnTo>
                  <a:pt x="2505" y="710"/>
                </a:lnTo>
                <a:close/>
                <a:moveTo>
                  <a:pt x="2052" y="1"/>
                </a:moveTo>
                <a:cubicBezTo>
                  <a:pt x="1948" y="1"/>
                  <a:pt x="1847" y="47"/>
                  <a:pt x="1781" y="127"/>
                </a:cubicBezTo>
                <a:lnTo>
                  <a:pt x="85" y="2133"/>
                </a:lnTo>
                <a:cubicBezTo>
                  <a:pt x="30" y="2197"/>
                  <a:pt x="0" y="2279"/>
                  <a:pt x="0" y="2362"/>
                </a:cubicBezTo>
                <a:lnTo>
                  <a:pt x="0" y="8625"/>
                </a:lnTo>
                <a:cubicBezTo>
                  <a:pt x="0" y="8821"/>
                  <a:pt x="161" y="8979"/>
                  <a:pt x="355" y="8979"/>
                </a:cubicBezTo>
                <a:lnTo>
                  <a:pt x="6466" y="8979"/>
                </a:lnTo>
                <a:cubicBezTo>
                  <a:pt x="6663" y="8979"/>
                  <a:pt x="6821" y="8820"/>
                  <a:pt x="6821" y="8625"/>
                </a:cubicBezTo>
                <a:lnTo>
                  <a:pt x="6821" y="356"/>
                </a:lnTo>
                <a:cubicBezTo>
                  <a:pt x="6821" y="161"/>
                  <a:pt x="6660" y="2"/>
                  <a:pt x="6466"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31" name="Google Shape;331;p23"/>
          <p:cNvSpPr/>
          <p:nvPr/>
        </p:nvSpPr>
        <p:spPr>
          <a:xfrm>
            <a:off x="3553825" y="4324900"/>
            <a:ext cx="137869" cy="162183"/>
          </a:xfrm>
          <a:custGeom>
            <a:rect b="b" l="l" r="r" t="t"/>
            <a:pathLst>
              <a:path extrusionOk="0" h="8979" w="6821">
                <a:moveTo>
                  <a:pt x="1797" y="1203"/>
                </a:moveTo>
                <a:lnTo>
                  <a:pt x="1797" y="2160"/>
                </a:lnTo>
                <a:lnTo>
                  <a:pt x="991" y="2160"/>
                </a:lnTo>
                <a:lnTo>
                  <a:pt x="1797" y="1203"/>
                </a:lnTo>
                <a:close/>
                <a:moveTo>
                  <a:pt x="1395" y="3756"/>
                </a:moveTo>
                <a:cubicBezTo>
                  <a:pt x="1270" y="3756"/>
                  <a:pt x="1169" y="3859"/>
                  <a:pt x="1169" y="3982"/>
                </a:cubicBezTo>
                <a:cubicBezTo>
                  <a:pt x="1169" y="4107"/>
                  <a:pt x="1270" y="4209"/>
                  <a:pt x="1395" y="4209"/>
                </a:cubicBezTo>
                <a:lnTo>
                  <a:pt x="5395" y="4209"/>
                </a:lnTo>
                <a:cubicBezTo>
                  <a:pt x="5520" y="4209"/>
                  <a:pt x="5621" y="4107"/>
                  <a:pt x="5621" y="3982"/>
                </a:cubicBezTo>
                <a:cubicBezTo>
                  <a:pt x="5621" y="3859"/>
                  <a:pt x="5520" y="3756"/>
                  <a:pt x="5395" y="3756"/>
                </a:cubicBezTo>
                <a:close/>
                <a:moveTo>
                  <a:pt x="1395" y="4834"/>
                </a:moveTo>
                <a:cubicBezTo>
                  <a:pt x="1270" y="4834"/>
                  <a:pt x="1169" y="4937"/>
                  <a:pt x="1169" y="5061"/>
                </a:cubicBezTo>
                <a:cubicBezTo>
                  <a:pt x="1169" y="5185"/>
                  <a:pt x="1270" y="5287"/>
                  <a:pt x="1395" y="5287"/>
                </a:cubicBezTo>
                <a:lnTo>
                  <a:pt x="5395" y="5287"/>
                </a:lnTo>
                <a:cubicBezTo>
                  <a:pt x="5520" y="5287"/>
                  <a:pt x="5621" y="5185"/>
                  <a:pt x="5621" y="5061"/>
                </a:cubicBezTo>
                <a:cubicBezTo>
                  <a:pt x="5621" y="4937"/>
                  <a:pt x="5520" y="4834"/>
                  <a:pt x="5395" y="4834"/>
                </a:cubicBezTo>
                <a:close/>
                <a:moveTo>
                  <a:pt x="1395" y="5912"/>
                </a:moveTo>
                <a:cubicBezTo>
                  <a:pt x="1270" y="5912"/>
                  <a:pt x="1169" y="6015"/>
                  <a:pt x="1169" y="6139"/>
                </a:cubicBezTo>
                <a:cubicBezTo>
                  <a:pt x="1169" y="6264"/>
                  <a:pt x="1270" y="6365"/>
                  <a:pt x="1395" y="6365"/>
                </a:cubicBezTo>
                <a:lnTo>
                  <a:pt x="5395" y="6365"/>
                </a:lnTo>
                <a:cubicBezTo>
                  <a:pt x="5520" y="6365"/>
                  <a:pt x="5621" y="6264"/>
                  <a:pt x="5621" y="6139"/>
                </a:cubicBezTo>
                <a:cubicBezTo>
                  <a:pt x="5621" y="6015"/>
                  <a:pt x="5520" y="5912"/>
                  <a:pt x="5395" y="5912"/>
                </a:cubicBezTo>
                <a:close/>
                <a:moveTo>
                  <a:pt x="1395" y="6992"/>
                </a:moveTo>
                <a:cubicBezTo>
                  <a:pt x="1270" y="6992"/>
                  <a:pt x="1169" y="7093"/>
                  <a:pt x="1169" y="7218"/>
                </a:cubicBezTo>
                <a:cubicBezTo>
                  <a:pt x="1169" y="7342"/>
                  <a:pt x="1270" y="7445"/>
                  <a:pt x="1395" y="7445"/>
                </a:cubicBezTo>
                <a:lnTo>
                  <a:pt x="5395" y="7445"/>
                </a:lnTo>
                <a:cubicBezTo>
                  <a:pt x="5520" y="7445"/>
                  <a:pt x="5621" y="7342"/>
                  <a:pt x="5621" y="7218"/>
                </a:cubicBezTo>
                <a:cubicBezTo>
                  <a:pt x="5621" y="7093"/>
                  <a:pt x="5520" y="6992"/>
                  <a:pt x="5395" y="6992"/>
                </a:cubicBezTo>
                <a:close/>
                <a:moveTo>
                  <a:pt x="6109" y="710"/>
                </a:moveTo>
                <a:lnTo>
                  <a:pt x="6109" y="8270"/>
                </a:lnTo>
                <a:lnTo>
                  <a:pt x="706" y="8270"/>
                </a:lnTo>
                <a:lnTo>
                  <a:pt x="706" y="2867"/>
                </a:lnTo>
                <a:lnTo>
                  <a:pt x="2150" y="2867"/>
                </a:lnTo>
                <a:cubicBezTo>
                  <a:pt x="2346" y="2867"/>
                  <a:pt x="2505" y="2708"/>
                  <a:pt x="2505" y="2512"/>
                </a:cubicBezTo>
                <a:lnTo>
                  <a:pt x="2505" y="710"/>
                </a:lnTo>
                <a:close/>
                <a:moveTo>
                  <a:pt x="2052" y="1"/>
                </a:moveTo>
                <a:cubicBezTo>
                  <a:pt x="1948" y="1"/>
                  <a:pt x="1847" y="47"/>
                  <a:pt x="1781" y="127"/>
                </a:cubicBezTo>
                <a:lnTo>
                  <a:pt x="85" y="2133"/>
                </a:lnTo>
                <a:cubicBezTo>
                  <a:pt x="30" y="2197"/>
                  <a:pt x="0" y="2279"/>
                  <a:pt x="0" y="2362"/>
                </a:cubicBezTo>
                <a:lnTo>
                  <a:pt x="0" y="8625"/>
                </a:lnTo>
                <a:cubicBezTo>
                  <a:pt x="0" y="8821"/>
                  <a:pt x="161" y="8979"/>
                  <a:pt x="355" y="8979"/>
                </a:cubicBezTo>
                <a:lnTo>
                  <a:pt x="6466" y="8979"/>
                </a:lnTo>
                <a:cubicBezTo>
                  <a:pt x="6663" y="8979"/>
                  <a:pt x="6821" y="8820"/>
                  <a:pt x="6821" y="8625"/>
                </a:cubicBezTo>
                <a:lnTo>
                  <a:pt x="6821" y="356"/>
                </a:lnTo>
                <a:cubicBezTo>
                  <a:pt x="6821" y="161"/>
                  <a:pt x="6660" y="2"/>
                  <a:pt x="6466"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32" name="Google Shape;332;p23"/>
          <p:cNvSpPr/>
          <p:nvPr/>
        </p:nvSpPr>
        <p:spPr>
          <a:xfrm>
            <a:off x="5109475" y="4324900"/>
            <a:ext cx="137869" cy="162183"/>
          </a:xfrm>
          <a:custGeom>
            <a:rect b="b" l="l" r="r" t="t"/>
            <a:pathLst>
              <a:path extrusionOk="0" h="8979" w="6821">
                <a:moveTo>
                  <a:pt x="1797" y="1203"/>
                </a:moveTo>
                <a:lnTo>
                  <a:pt x="1797" y="2160"/>
                </a:lnTo>
                <a:lnTo>
                  <a:pt x="991" y="2160"/>
                </a:lnTo>
                <a:lnTo>
                  <a:pt x="1797" y="1203"/>
                </a:lnTo>
                <a:close/>
                <a:moveTo>
                  <a:pt x="1395" y="3756"/>
                </a:moveTo>
                <a:cubicBezTo>
                  <a:pt x="1270" y="3756"/>
                  <a:pt x="1169" y="3859"/>
                  <a:pt x="1169" y="3982"/>
                </a:cubicBezTo>
                <a:cubicBezTo>
                  <a:pt x="1169" y="4107"/>
                  <a:pt x="1270" y="4209"/>
                  <a:pt x="1395" y="4209"/>
                </a:cubicBezTo>
                <a:lnTo>
                  <a:pt x="5395" y="4209"/>
                </a:lnTo>
                <a:cubicBezTo>
                  <a:pt x="5520" y="4209"/>
                  <a:pt x="5621" y="4107"/>
                  <a:pt x="5621" y="3982"/>
                </a:cubicBezTo>
                <a:cubicBezTo>
                  <a:pt x="5621" y="3859"/>
                  <a:pt x="5520" y="3756"/>
                  <a:pt x="5395" y="3756"/>
                </a:cubicBezTo>
                <a:close/>
                <a:moveTo>
                  <a:pt x="1395" y="4834"/>
                </a:moveTo>
                <a:cubicBezTo>
                  <a:pt x="1270" y="4834"/>
                  <a:pt x="1169" y="4937"/>
                  <a:pt x="1169" y="5061"/>
                </a:cubicBezTo>
                <a:cubicBezTo>
                  <a:pt x="1169" y="5185"/>
                  <a:pt x="1270" y="5287"/>
                  <a:pt x="1395" y="5287"/>
                </a:cubicBezTo>
                <a:lnTo>
                  <a:pt x="5395" y="5287"/>
                </a:lnTo>
                <a:cubicBezTo>
                  <a:pt x="5520" y="5287"/>
                  <a:pt x="5621" y="5185"/>
                  <a:pt x="5621" y="5061"/>
                </a:cubicBezTo>
                <a:cubicBezTo>
                  <a:pt x="5621" y="4937"/>
                  <a:pt x="5520" y="4834"/>
                  <a:pt x="5395" y="4834"/>
                </a:cubicBezTo>
                <a:close/>
                <a:moveTo>
                  <a:pt x="1395" y="5912"/>
                </a:moveTo>
                <a:cubicBezTo>
                  <a:pt x="1270" y="5912"/>
                  <a:pt x="1169" y="6015"/>
                  <a:pt x="1169" y="6139"/>
                </a:cubicBezTo>
                <a:cubicBezTo>
                  <a:pt x="1169" y="6264"/>
                  <a:pt x="1270" y="6365"/>
                  <a:pt x="1395" y="6365"/>
                </a:cubicBezTo>
                <a:lnTo>
                  <a:pt x="5395" y="6365"/>
                </a:lnTo>
                <a:cubicBezTo>
                  <a:pt x="5520" y="6365"/>
                  <a:pt x="5621" y="6264"/>
                  <a:pt x="5621" y="6139"/>
                </a:cubicBezTo>
                <a:cubicBezTo>
                  <a:pt x="5621" y="6015"/>
                  <a:pt x="5520" y="5912"/>
                  <a:pt x="5395" y="5912"/>
                </a:cubicBezTo>
                <a:close/>
                <a:moveTo>
                  <a:pt x="1395" y="6992"/>
                </a:moveTo>
                <a:cubicBezTo>
                  <a:pt x="1270" y="6992"/>
                  <a:pt x="1169" y="7093"/>
                  <a:pt x="1169" y="7218"/>
                </a:cubicBezTo>
                <a:cubicBezTo>
                  <a:pt x="1169" y="7342"/>
                  <a:pt x="1270" y="7445"/>
                  <a:pt x="1395" y="7445"/>
                </a:cubicBezTo>
                <a:lnTo>
                  <a:pt x="5395" y="7445"/>
                </a:lnTo>
                <a:cubicBezTo>
                  <a:pt x="5520" y="7445"/>
                  <a:pt x="5621" y="7342"/>
                  <a:pt x="5621" y="7218"/>
                </a:cubicBezTo>
                <a:cubicBezTo>
                  <a:pt x="5621" y="7093"/>
                  <a:pt x="5520" y="6992"/>
                  <a:pt x="5395" y="6992"/>
                </a:cubicBezTo>
                <a:close/>
                <a:moveTo>
                  <a:pt x="6109" y="710"/>
                </a:moveTo>
                <a:lnTo>
                  <a:pt x="6109" y="8270"/>
                </a:lnTo>
                <a:lnTo>
                  <a:pt x="706" y="8270"/>
                </a:lnTo>
                <a:lnTo>
                  <a:pt x="706" y="2867"/>
                </a:lnTo>
                <a:lnTo>
                  <a:pt x="2150" y="2867"/>
                </a:lnTo>
                <a:cubicBezTo>
                  <a:pt x="2346" y="2867"/>
                  <a:pt x="2505" y="2708"/>
                  <a:pt x="2505" y="2512"/>
                </a:cubicBezTo>
                <a:lnTo>
                  <a:pt x="2505" y="710"/>
                </a:lnTo>
                <a:close/>
                <a:moveTo>
                  <a:pt x="2052" y="1"/>
                </a:moveTo>
                <a:cubicBezTo>
                  <a:pt x="1948" y="1"/>
                  <a:pt x="1847" y="47"/>
                  <a:pt x="1781" y="127"/>
                </a:cubicBezTo>
                <a:lnTo>
                  <a:pt x="85" y="2133"/>
                </a:lnTo>
                <a:cubicBezTo>
                  <a:pt x="30" y="2197"/>
                  <a:pt x="0" y="2279"/>
                  <a:pt x="0" y="2362"/>
                </a:cubicBezTo>
                <a:lnTo>
                  <a:pt x="0" y="8625"/>
                </a:lnTo>
                <a:cubicBezTo>
                  <a:pt x="0" y="8821"/>
                  <a:pt x="161" y="8979"/>
                  <a:pt x="355" y="8979"/>
                </a:cubicBezTo>
                <a:lnTo>
                  <a:pt x="6466" y="8979"/>
                </a:lnTo>
                <a:cubicBezTo>
                  <a:pt x="6663" y="8979"/>
                  <a:pt x="6821" y="8820"/>
                  <a:pt x="6821" y="8625"/>
                </a:cubicBezTo>
                <a:lnTo>
                  <a:pt x="6821" y="356"/>
                </a:lnTo>
                <a:cubicBezTo>
                  <a:pt x="6821" y="161"/>
                  <a:pt x="6660" y="2"/>
                  <a:pt x="6466"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33" name="Google Shape;333;p23"/>
          <p:cNvSpPr/>
          <p:nvPr/>
        </p:nvSpPr>
        <p:spPr>
          <a:xfrm>
            <a:off x="4934225" y="4324900"/>
            <a:ext cx="137869" cy="162183"/>
          </a:xfrm>
          <a:custGeom>
            <a:rect b="b" l="l" r="r" t="t"/>
            <a:pathLst>
              <a:path extrusionOk="0" h="8979" w="6821">
                <a:moveTo>
                  <a:pt x="1797" y="1203"/>
                </a:moveTo>
                <a:lnTo>
                  <a:pt x="1797" y="2160"/>
                </a:lnTo>
                <a:lnTo>
                  <a:pt x="991" y="2160"/>
                </a:lnTo>
                <a:lnTo>
                  <a:pt x="1797" y="1203"/>
                </a:lnTo>
                <a:close/>
                <a:moveTo>
                  <a:pt x="1395" y="3756"/>
                </a:moveTo>
                <a:cubicBezTo>
                  <a:pt x="1270" y="3756"/>
                  <a:pt x="1169" y="3859"/>
                  <a:pt x="1169" y="3982"/>
                </a:cubicBezTo>
                <a:cubicBezTo>
                  <a:pt x="1169" y="4107"/>
                  <a:pt x="1270" y="4209"/>
                  <a:pt x="1395" y="4209"/>
                </a:cubicBezTo>
                <a:lnTo>
                  <a:pt x="5395" y="4209"/>
                </a:lnTo>
                <a:cubicBezTo>
                  <a:pt x="5520" y="4209"/>
                  <a:pt x="5621" y="4107"/>
                  <a:pt x="5621" y="3982"/>
                </a:cubicBezTo>
                <a:cubicBezTo>
                  <a:pt x="5621" y="3859"/>
                  <a:pt x="5520" y="3756"/>
                  <a:pt x="5395" y="3756"/>
                </a:cubicBezTo>
                <a:close/>
                <a:moveTo>
                  <a:pt x="1395" y="4834"/>
                </a:moveTo>
                <a:cubicBezTo>
                  <a:pt x="1270" y="4834"/>
                  <a:pt x="1169" y="4937"/>
                  <a:pt x="1169" y="5061"/>
                </a:cubicBezTo>
                <a:cubicBezTo>
                  <a:pt x="1169" y="5185"/>
                  <a:pt x="1270" y="5287"/>
                  <a:pt x="1395" y="5287"/>
                </a:cubicBezTo>
                <a:lnTo>
                  <a:pt x="5395" y="5287"/>
                </a:lnTo>
                <a:cubicBezTo>
                  <a:pt x="5520" y="5287"/>
                  <a:pt x="5621" y="5185"/>
                  <a:pt x="5621" y="5061"/>
                </a:cubicBezTo>
                <a:cubicBezTo>
                  <a:pt x="5621" y="4937"/>
                  <a:pt x="5520" y="4834"/>
                  <a:pt x="5395" y="4834"/>
                </a:cubicBezTo>
                <a:close/>
                <a:moveTo>
                  <a:pt x="1395" y="5912"/>
                </a:moveTo>
                <a:cubicBezTo>
                  <a:pt x="1270" y="5912"/>
                  <a:pt x="1169" y="6015"/>
                  <a:pt x="1169" y="6139"/>
                </a:cubicBezTo>
                <a:cubicBezTo>
                  <a:pt x="1169" y="6264"/>
                  <a:pt x="1270" y="6365"/>
                  <a:pt x="1395" y="6365"/>
                </a:cubicBezTo>
                <a:lnTo>
                  <a:pt x="5395" y="6365"/>
                </a:lnTo>
                <a:cubicBezTo>
                  <a:pt x="5520" y="6365"/>
                  <a:pt x="5621" y="6264"/>
                  <a:pt x="5621" y="6139"/>
                </a:cubicBezTo>
                <a:cubicBezTo>
                  <a:pt x="5621" y="6015"/>
                  <a:pt x="5520" y="5912"/>
                  <a:pt x="5395" y="5912"/>
                </a:cubicBezTo>
                <a:close/>
                <a:moveTo>
                  <a:pt x="1395" y="6992"/>
                </a:moveTo>
                <a:cubicBezTo>
                  <a:pt x="1270" y="6992"/>
                  <a:pt x="1169" y="7093"/>
                  <a:pt x="1169" y="7218"/>
                </a:cubicBezTo>
                <a:cubicBezTo>
                  <a:pt x="1169" y="7342"/>
                  <a:pt x="1270" y="7445"/>
                  <a:pt x="1395" y="7445"/>
                </a:cubicBezTo>
                <a:lnTo>
                  <a:pt x="5395" y="7445"/>
                </a:lnTo>
                <a:cubicBezTo>
                  <a:pt x="5520" y="7445"/>
                  <a:pt x="5621" y="7342"/>
                  <a:pt x="5621" y="7218"/>
                </a:cubicBezTo>
                <a:cubicBezTo>
                  <a:pt x="5621" y="7093"/>
                  <a:pt x="5520" y="6992"/>
                  <a:pt x="5395" y="6992"/>
                </a:cubicBezTo>
                <a:close/>
                <a:moveTo>
                  <a:pt x="6109" y="710"/>
                </a:moveTo>
                <a:lnTo>
                  <a:pt x="6109" y="8270"/>
                </a:lnTo>
                <a:lnTo>
                  <a:pt x="706" y="8270"/>
                </a:lnTo>
                <a:lnTo>
                  <a:pt x="706" y="2867"/>
                </a:lnTo>
                <a:lnTo>
                  <a:pt x="2150" y="2867"/>
                </a:lnTo>
                <a:cubicBezTo>
                  <a:pt x="2346" y="2867"/>
                  <a:pt x="2505" y="2708"/>
                  <a:pt x="2505" y="2512"/>
                </a:cubicBezTo>
                <a:lnTo>
                  <a:pt x="2505" y="710"/>
                </a:lnTo>
                <a:close/>
                <a:moveTo>
                  <a:pt x="2052" y="1"/>
                </a:moveTo>
                <a:cubicBezTo>
                  <a:pt x="1948" y="1"/>
                  <a:pt x="1847" y="47"/>
                  <a:pt x="1781" y="127"/>
                </a:cubicBezTo>
                <a:lnTo>
                  <a:pt x="85" y="2133"/>
                </a:lnTo>
                <a:cubicBezTo>
                  <a:pt x="30" y="2197"/>
                  <a:pt x="0" y="2279"/>
                  <a:pt x="0" y="2362"/>
                </a:cubicBezTo>
                <a:lnTo>
                  <a:pt x="0" y="8625"/>
                </a:lnTo>
                <a:cubicBezTo>
                  <a:pt x="0" y="8821"/>
                  <a:pt x="161" y="8979"/>
                  <a:pt x="355" y="8979"/>
                </a:cubicBezTo>
                <a:lnTo>
                  <a:pt x="6466" y="8979"/>
                </a:lnTo>
                <a:cubicBezTo>
                  <a:pt x="6663" y="8979"/>
                  <a:pt x="6821" y="8820"/>
                  <a:pt x="6821" y="8625"/>
                </a:cubicBezTo>
                <a:lnTo>
                  <a:pt x="6821" y="356"/>
                </a:lnTo>
                <a:cubicBezTo>
                  <a:pt x="6821" y="161"/>
                  <a:pt x="6660" y="2"/>
                  <a:pt x="6466"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34" name="Google Shape;334;p23"/>
          <p:cNvSpPr/>
          <p:nvPr/>
        </p:nvSpPr>
        <p:spPr>
          <a:xfrm>
            <a:off x="4758975" y="4324900"/>
            <a:ext cx="137869" cy="162183"/>
          </a:xfrm>
          <a:custGeom>
            <a:rect b="b" l="l" r="r" t="t"/>
            <a:pathLst>
              <a:path extrusionOk="0" h="8979" w="6821">
                <a:moveTo>
                  <a:pt x="1797" y="1203"/>
                </a:moveTo>
                <a:lnTo>
                  <a:pt x="1797" y="2160"/>
                </a:lnTo>
                <a:lnTo>
                  <a:pt x="991" y="2160"/>
                </a:lnTo>
                <a:lnTo>
                  <a:pt x="1797" y="1203"/>
                </a:lnTo>
                <a:close/>
                <a:moveTo>
                  <a:pt x="1395" y="3756"/>
                </a:moveTo>
                <a:cubicBezTo>
                  <a:pt x="1270" y="3756"/>
                  <a:pt x="1169" y="3859"/>
                  <a:pt x="1169" y="3982"/>
                </a:cubicBezTo>
                <a:cubicBezTo>
                  <a:pt x="1169" y="4107"/>
                  <a:pt x="1270" y="4209"/>
                  <a:pt x="1395" y="4209"/>
                </a:cubicBezTo>
                <a:lnTo>
                  <a:pt x="5395" y="4209"/>
                </a:lnTo>
                <a:cubicBezTo>
                  <a:pt x="5520" y="4209"/>
                  <a:pt x="5621" y="4107"/>
                  <a:pt x="5621" y="3982"/>
                </a:cubicBezTo>
                <a:cubicBezTo>
                  <a:pt x="5621" y="3859"/>
                  <a:pt x="5520" y="3756"/>
                  <a:pt x="5395" y="3756"/>
                </a:cubicBezTo>
                <a:close/>
                <a:moveTo>
                  <a:pt x="1395" y="4834"/>
                </a:moveTo>
                <a:cubicBezTo>
                  <a:pt x="1270" y="4834"/>
                  <a:pt x="1169" y="4937"/>
                  <a:pt x="1169" y="5061"/>
                </a:cubicBezTo>
                <a:cubicBezTo>
                  <a:pt x="1169" y="5185"/>
                  <a:pt x="1270" y="5287"/>
                  <a:pt x="1395" y="5287"/>
                </a:cubicBezTo>
                <a:lnTo>
                  <a:pt x="5395" y="5287"/>
                </a:lnTo>
                <a:cubicBezTo>
                  <a:pt x="5520" y="5287"/>
                  <a:pt x="5621" y="5185"/>
                  <a:pt x="5621" y="5061"/>
                </a:cubicBezTo>
                <a:cubicBezTo>
                  <a:pt x="5621" y="4937"/>
                  <a:pt x="5520" y="4834"/>
                  <a:pt x="5395" y="4834"/>
                </a:cubicBezTo>
                <a:close/>
                <a:moveTo>
                  <a:pt x="1395" y="5912"/>
                </a:moveTo>
                <a:cubicBezTo>
                  <a:pt x="1270" y="5912"/>
                  <a:pt x="1169" y="6015"/>
                  <a:pt x="1169" y="6139"/>
                </a:cubicBezTo>
                <a:cubicBezTo>
                  <a:pt x="1169" y="6264"/>
                  <a:pt x="1270" y="6365"/>
                  <a:pt x="1395" y="6365"/>
                </a:cubicBezTo>
                <a:lnTo>
                  <a:pt x="5395" y="6365"/>
                </a:lnTo>
                <a:cubicBezTo>
                  <a:pt x="5520" y="6365"/>
                  <a:pt x="5621" y="6264"/>
                  <a:pt x="5621" y="6139"/>
                </a:cubicBezTo>
                <a:cubicBezTo>
                  <a:pt x="5621" y="6015"/>
                  <a:pt x="5520" y="5912"/>
                  <a:pt x="5395" y="5912"/>
                </a:cubicBezTo>
                <a:close/>
                <a:moveTo>
                  <a:pt x="1395" y="6992"/>
                </a:moveTo>
                <a:cubicBezTo>
                  <a:pt x="1270" y="6992"/>
                  <a:pt x="1169" y="7093"/>
                  <a:pt x="1169" y="7218"/>
                </a:cubicBezTo>
                <a:cubicBezTo>
                  <a:pt x="1169" y="7342"/>
                  <a:pt x="1270" y="7445"/>
                  <a:pt x="1395" y="7445"/>
                </a:cubicBezTo>
                <a:lnTo>
                  <a:pt x="5395" y="7445"/>
                </a:lnTo>
                <a:cubicBezTo>
                  <a:pt x="5520" y="7445"/>
                  <a:pt x="5621" y="7342"/>
                  <a:pt x="5621" y="7218"/>
                </a:cubicBezTo>
                <a:cubicBezTo>
                  <a:pt x="5621" y="7093"/>
                  <a:pt x="5520" y="6992"/>
                  <a:pt x="5395" y="6992"/>
                </a:cubicBezTo>
                <a:close/>
                <a:moveTo>
                  <a:pt x="6109" y="710"/>
                </a:moveTo>
                <a:lnTo>
                  <a:pt x="6109" y="8270"/>
                </a:lnTo>
                <a:lnTo>
                  <a:pt x="706" y="8270"/>
                </a:lnTo>
                <a:lnTo>
                  <a:pt x="706" y="2867"/>
                </a:lnTo>
                <a:lnTo>
                  <a:pt x="2150" y="2867"/>
                </a:lnTo>
                <a:cubicBezTo>
                  <a:pt x="2346" y="2867"/>
                  <a:pt x="2505" y="2708"/>
                  <a:pt x="2505" y="2512"/>
                </a:cubicBezTo>
                <a:lnTo>
                  <a:pt x="2505" y="710"/>
                </a:lnTo>
                <a:close/>
                <a:moveTo>
                  <a:pt x="2052" y="1"/>
                </a:moveTo>
                <a:cubicBezTo>
                  <a:pt x="1948" y="1"/>
                  <a:pt x="1847" y="47"/>
                  <a:pt x="1781" y="127"/>
                </a:cubicBezTo>
                <a:lnTo>
                  <a:pt x="85" y="2133"/>
                </a:lnTo>
                <a:cubicBezTo>
                  <a:pt x="30" y="2197"/>
                  <a:pt x="0" y="2279"/>
                  <a:pt x="0" y="2362"/>
                </a:cubicBezTo>
                <a:lnTo>
                  <a:pt x="0" y="8625"/>
                </a:lnTo>
                <a:cubicBezTo>
                  <a:pt x="0" y="8821"/>
                  <a:pt x="161" y="8979"/>
                  <a:pt x="355" y="8979"/>
                </a:cubicBezTo>
                <a:lnTo>
                  <a:pt x="6466" y="8979"/>
                </a:lnTo>
                <a:cubicBezTo>
                  <a:pt x="6663" y="8979"/>
                  <a:pt x="6821" y="8820"/>
                  <a:pt x="6821" y="8625"/>
                </a:cubicBezTo>
                <a:lnTo>
                  <a:pt x="6821" y="356"/>
                </a:lnTo>
                <a:cubicBezTo>
                  <a:pt x="6821" y="161"/>
                  <a:pt x="6660" y="2"/>
                  <a:pt x="6466" y="1"/>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35" name="Google Shape;335;p23"/>
          <p:cNvSpPr txBox="1"/>
          <p:nvPr>
            <p:ph type="title"/>
          </p:nvPr>
        </p:nvSpPr>
        <p:spPr>
          <a:xfrm>
            <a:off x="184400" y="169200"/>
            <a:ext cx="8873700" cy="55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1"/>
                </a:solidFill>
              </a:rPr>
              <a:t>Cortex Search : </a:t>
            </a:r>
            <a:r>
              <a:rPr lang="en" sz="2300"/>
              <a:t>Fully Managed Indexing and Retrieval</a:t>
            </a:r>
            <a:endParaRPr>
              <a:solidFill>
                <a:schemeClr val="accen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24"/>
          <p:cNvSpPr/>
          <p:nvPr/>
        </p:nvSpPr>
        <p:spPr>
          <a:xfrm>
            <a:off x="2748913" y="2778896"/>
            <a:ext cx="5350500" cy="1121700"/>
          </a:xfrm>
          <a:prstGeom prst="roundRect">
            <a:avLst>
              <a:gd fmla="val 13393" name="adj"/>
            </a:avLst>
          </a:prstGeom>
          <a:solidFill>
            <a:srgbClr val="D8D8D8"/>
          </a:solidFill>
          <a:ln>
            <a:noFill/>
          </a:ln>
        </p:spPr>
        <p:txBody>
          <a:bodyPr anchorCtr="0" anchor="ctr" bIns="91425" lIns="9125" spcFirstLastPara="1" rIns="100575" wrap="square" tIns="91425">
            <a:noAutofit/>
          </a:bodyPr>
          <a:lstStyle/>
          <a:p>
            <a:pPr indent="0" lvl="0" marL="0" rtl="0" algn="r">
              <a:spcBef>
                <a:spcPts val="0"/>
              </a:spcBef>
              <a:spcAft>
                <a:spcPts val="0"/>
              </a:spcAft>
              <a:buNone/>
            </a:pPr>
            <a:r>
              <a:t/>
            </a:r>
            <a:endParaRPr b="1" sz="1000">
              <a:solidFill>
                <a:schemeClr val="dk1"/>
              </a:solidFill>
            </a:endParaRPr>
          </a:p>
        </p:txBody>
      </p:sp>
      <p:sp>
        <p:nvSpPr>
          <p:cNvPr id="342" name="Google Shape;342;p24"/>
          <p:cNvSpPr/>
          <p:nvPr/>
        </p:nvSpPr>
        <p:spPr>
          <a:xfrm>
            <a:off x="2748913" y="1086162"/>
            <a:ext cx="5350500" cy="1405800"/>
          </a:xfrm>
          <a:prstGeom prst="roundRect">
            <a:avLst>
              <a:gd fmla="val 19586" name="adj"/>
            </a:avLst>
          </a:prstGeom>
          <a:solidFill>
            <a:srgbClr val="D8D8D8">
              <a:alpha val="32499"/>
            </a:srgbClr>
          </a:solidFill>
          <a:ln>
            <a:noFill/>
          </a:ln>
        </p:spPr>
        <p:txBody>
          <a:bodyPr anchorCtr="0" anchor="ctr" bIns="91425" lIns="9125" spcFirstLastPara="1" rIns="100575" wrap="square" tIns="91425">
            <a:noAutofit/>
          </a:bodyPr>
          <a:lstStyle/>
          <a:p>
            <a:pPr indent="0" lvl="0" marL="0" rtl="0" algn="r">
              <a:spcBef>
                <a:spcPts val="0"/>
              </a:spcBef>
              <a:spcAft>
                <a:spcPts val="0"/>
              </a:spcAft>
              <a:buNone/>
            </a:pPr>
            <a:r>
              <a:t/>
            </a:r>
            <a:endParaRPr sz="1000">
              <a:solidFill>
                <a:schemeClr val="dk1"/>
              </a:solidFill>
            </a:endParaRPr>
          </a:p>
        </p:txBody>
      </p:sp>
      <p:sp>
        <p:nvSpPr>
          <p:cNvPr id="343" name="Google Shape;343;p24"/>
          <p:cNvSpPr txBox="1"/>
          <p:nvPr>
            <p:ph type="title"/>
          </p:nvPr>
        </p:nvSpPr>
        <p:spPr>
          <a:xfrm>
            <a:off x="367897" y="228600"/>
            <a:ext cx="83448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Agentic Orchestration (Cortex Agents API)</a:t>
            </a:r>
            <a:endParaRPr/>
          </a:p>
        </p:txBody>
      </p:sp>
      <p:sp>
        <p:nvSpPr>
          <p:cNvPr id="344" name="Google Shape;344;p24"/>
          <p:cNvSpPr/>
          <p:nvPr/>
        </p:nvSpPr>
        <p:spPr>
          <a:xfrm>
            <a:off x="2748913" y="4173563"/>
            <a:ext cx="5350500" cy="613500"/>
          </a:xfrm>
          <a:prstGeom prst="roundRect">
            <a:avLst>
              <a:gd fmla="val 9674" name="adj"/>
            </a:avLst>
          </a:prstGeom>
          <a:solidFill>
            <a:srgbClr val="B2B1B1"/>
          </a:solidFill>
          <a:ln>
            <a:noFill/>
          </a:ln>
        </p:spPr>
        <p:txBody>
          <a:bodyPr anchorCtr="0" anchor="ctr" bIns="91425" lIns="9125" spcFirstLastPara="1" rIns="100575" wrap="square" tIns="91425">
            <a:noAutofit/>
          </a:bodyPr>
          <a:lstStyle/>
          <a:p>
            <a:pPr indent="0" lvl="0" marL="0" rtl="0" algn="r">
              <a:spcBef>
                <a:spcPts val="0"/>
              </a:spcBef>
              <a:spcAft>
                <a:spcPts val="0"/>
              </a:spcAft>
              <a:buNone/>
            </a:pPr>
            <a:r>
              <a:t/>
            </a:r>
            <a:endParaRPr b="1" sz="1000">
              <a:solidFill>
                <a:schemeClr val="dk1"/>
              </a:solidFill>
            </a:endParaRPr>
          </a:p>
        </p:txBody>
      </p:sp>
      <p:cxnSp>
        <p:nvCxnSpPr>
          <p:cNvPr id="345" name="Google Shape;345;p24"/>
          <p:cNvCxnSpPr/>
          <p:nvPr/>
        </p:nvCxnSpPr>
        <p:spPr>
          <a:xfrm flipH="1" rot="10800000">
            <a:off x="1461663" y="1836719"/>
            <a:ext cx="1557600" cy="6600"/>
          </a:xfrm>
          <a:prstGeom prst="straightConnector1">
            <a:avLst/>
          </a:prstGeom>
          <a:noFill/>
          <a:ln cap="flat" cmpd="sng" w="19050">
            <a:solidFill>
              <a:schemeClr val="accent1"/>
            </a:solidFill>
            <a:prstDash val="solid"/>
            <a:round/>
            <a:headEnd len="med" w="med" type="none"/>
            <a:tailEnd len="med" w="med" type="triangle"/>
          </a:ln>
        </p:spPr>
      </p:cxnSp>
      <p:sp>
        <p:nvSpPr>
          <p:cNvPr id="346" name="Google Shape;346;p24"/>
          <p:cNvSpPr/>
          <p:nvPr/>
        </p:nvSpPr>
        <p:spPr>
          <a:xfrm>
            <a:off x="1337439" y="1482975"/>
            <a:ext cx="1045800" cy="1073700"/>
          </a:xfrm>
          <a:prstGeom prst="roundRect">
            <a:avLst>
              <a:gd fmla="val 4057" name="adj"/>
            </a:avLst>
          </a:prstGeom>
          <a:solidFill>
            <a:srgbClr val="FFFFFF"/>
          </a:solidFill>
          <a:ln cap="flat" cmpd="sng" w="38100">
            <a:solidFill>
              <a:srgbClr val="28B5E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47" name="Google Shape;347;p24"/>
          <p:cNvSpPr/>
          <p:nvPr/>
        </p:nvSpPr>
        <p:spPr>
          <a:xfrm>
            <a:off x="1331125" y="1265331"/>
            <a:ext cx="1045800" cy="176100"/>
          </a:xfrm>
          <a:prstGeom prst="roundRect">
            <a:avLst>
              <a:gd fmla="val 16667" name="adj"/>
            </a:avLst>
          </a:prstGeom>
          <a:solidFill>
            <a:srgbClr val="E8E8E8"/>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lang="en" sz="1000">
                <a:solidFill>
                  <a:schemeClr val="dk1"/>
                </a:solidFill>
              </a:rPr>
              <a:t>Query…</a:t>
            </a:r>
            <a:endParaRPr sz="1000"/>
          </a:p>
        </p:txBody>
      </p:sp>
      <p:sp>
        <p:nvSpPr>
          <p:cNvPr id="348" name="Google Shape;348;p24"/>
          <p:cNvSpPr/>
          <p:nvPr/>
        </p:nvSpPr>
        <p:spPr>
          <a:xfrm>
            <a:off x="1391795" y="1567998"/>
            <a:ext cx="934500" cy="138300"/>
          </a:xfrm>
          <a:prstGeom prst="roundRect">
            <a:avLst>
              <a:gd fmla="val 16667" name="adj"/>
            </a:avLst>
          </a:prstGeom>
          <a:solidFill>
            <a:srgbClr val="E8E8E8"/>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sp>
        <p:nvSpPr>
          <p:cNvPr id="349" name="Google Shape;349;p24"/>
          <p:cNvSpPr/>
          <p:nvPr/>
        </p:nvSpPr>
        <p:spPr>
          <a:xfrm>
            <a:off x="1391795" y="1912365"/>
            <a:ext cx="934500" cy="138300"/>
          </a:xfrm>
          <a:prstGeom prst="roundRect">
            <a:avLst>
              <a:gd fmla="val 16667" name="adj"/>
            </a:avLst>
          </a:prstGeom>
          <a:solidFill>
            <a:srgbClr val="E8E8E8"/>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lang="en" sz="500"/>
              <a:t>How do I improve margins? </a:t>
            </a:r>
            <a:endParaRPr sz="700"/>
          </a:p>
        </p:txBody>
      </p:sp>
      <p:sp>
        <p:nvSpPr>
          <p:cNvPr id="350" name="Google Shape;350;p24"/>
          <p:cNvSpPr/>
          <p:nvPr/>
        </p:nvSpPr>
        <p:spPr>
          <a:xfrm>
            <a:off x="1553478" y="1740180"/>
            <a:ext cx="772800" cy="138300"/>
          </a:xfrm>
          <a:prstGeom prst="roundRect">
            <a:avLst>
              <a:gd fmla="val 16667" name="adj"/>
            </a:avLst>
          </a:prstGeom>
          <a:solidFill>
            <a:srgbClr val="DEF3FB"/>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sp>
        <p:nvSpPr>
          <p:cNvPr id="351" name="Google Shape;351;p24"/>
          <p:cNvSpPr/>
          <p:nvPr/>
        </p:nvSpPr>
        <p:spPr>
          <a:xfrm>
            <a:off x="1553478" y="2084541"/>
            <a:ext cx="772800" cy="138300"/>
          </a:xfrm>
          <a:prstGeom prst="roundRect">
            <a:avLst>
              <a:gd fmla="val 16667" name="adj"/>
            </a:avLst>
          </a:prstGeom>
          <a:solidFill>
            <a:srgbClr val="DEF3FB"/>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sp>
        <p:nvSpPr>
          <p:cNvPr id="352" name="Google Shape;352;p24"/>
          <p:cNvSpPr/>
          <p:nvPr/>
        </p:nvSpPr>
        <p:spPr>
          <a:xfrm rot="5400000">
            <a:off x="2244507" y="2403996"/>
            <a:ext cx="87600" cy="75600"/>
          </a:xfrm>
          <a:prstGeom prst="triangle">
            <a:avLst>
              <a:gd fmla="val 50000" name="adj"/>
            </a:avLst>
          </a:prstGeom>
          <a:solidFill>
            <a:schemeClr val="dk1"/>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t/>
            </a:r>
            <a:endParaRPr sz="700"/>
          </a:p>
        </p:txBody>
      </p:sp>
      <p:sp>
        <p:nvSpPr>
          <p:cNvPr id="353" name="Google Shape;353;p24"/>
          <p:cNvSpPr/>
          <p:nvPr/>
        </p:nvSpPr>
        <p:spPr>
          <a:xfrm>
            <a:off x="1391795" y="2372775"/>
            <a:ext cx="822000" cy="138300"/>
          </a:xfrm>
          <a:prstGeom prst="roundRect">
            <a:avLst>
              <a:gd fmla="val 16667" name="adj"/>
            </a:avLst>
          </a:prstGeom>
          <a:noFill/>
          <a:ln cap="flat" cmpd="sng" w="9525">
            <a:solidFill>
              <a:schemeClr val="accent1"/>
            </a:solidFill>
            <a:prstDash val="solid"/>
            <a:round/>
            <a:headEnd len="sm" w="sm" type="none"/>
            <a:tailEnd len="sm" w="sm" type="none"/>
          </a:ln>
        </p:spPr>
        <p:txBody>
          <a:bodyPr anchorCtr="0" anchor="ctr" bIns="45725" lIns="45725" spcFirstLastPara="1" rIns="45725" wrap="square" tIns="45725">
            <a:noAutofit/>
          </a:bodyPr>
          <a:lstStyle/>
          <a:p>
            <a:pPr indent="0" lvl="0" marL="0" rtl="0" algn="l">
              <a:spcBef>
                <a:spcPts val="0"/>
              </a:spcBef>
              <a:spcAft>
                <a:spcPts val="0"/>
              </a:spcAft>
              <a:buNone/>
            </a:pPr>
            <a:r>
              <a:rPr i="1" lang="en" sz="500">
                <a:solidFill>
                  <a:srgbClr val="5B5B5B"/>
                </a:solidFill>
              </a:rPr>
              <a:t>How can I help?</a:t>
            </a:r>
            <a:endParaRPr sz="700"/>
          </a:p>
        </p:txBody>
      </p:sp>
      <p:cxnSp>
        <p:nvCxnSpPr>
          <p:cNvPr id="354" name="Google Shape;354;p24"/>
          <p:cNvCxnSpPr/>
          <p:nvPr/>
        </p:nvCxnSpPr>
        <p:spPr>
          <a:xfrm>
            <a:off x="1341833" y="2329649"/>
            <a:ext cx="1041900" cy="0"/>
          </a:xfrm>
          <a:prstGeom prst="straightConnector1">
            <a:avLst/>
          </a:prstGeom>
          <a:noFill/>
          <a:ln cap="flat" cmpd="sng" w="28575">
            <a:solidFill>
              <a:schemeClr val="accent1"/>
            </a:solidFill>
            <a:prstDash val="solid"/>
            <a:round/>
            <a:headEnd len="med" w="med" type="none"/>
            <a:tailEnd len="med" w="med" type="none"/>
          </a:ln>
        </p:spPr>
      </p:cxnSp>
      <p:sp>
        <p:nvSpPr>
          <p:cNvPr id="355" name="Google Shape;355;p24"/>
          <p:cNvSpPr/>
          <p:nvPr/>
        </p:nvSpPr>
        <p:spPr>
          <a:xfrm>
            <a:off x="1331125" y="2684737"/>
            <a:ext cx="1045800" cy="261300"/>
          </a:xfrm>
          <a:prstGeom prst="roundRect">
            <a:avLst>
              <a:gd fmla="val 16667" name="adj"/>
            </a:avLst>
          </a:prstGeom>
          <a:solidFill>
            <a:schemeClr val="dk2"/>
          </a:solid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lang="en" sz="1000">
                <a:solidFill>
                  <a:schemeClr val="lt1"/>
                </a:solidFill>
              </a:rPr>
              <a:t>Answer</a:t>
            </a:r>
            <a:endParaRPr sz="1000">
              <a:solidFill>
                <a:schemeClr val="lt1"/>
              </a:solidFill>
            </a:endParaRPr>
          </a:p>
        </p:txBody>
      </p:sp>
      <p:sp>
        <p:nvSpPr>
          <p:cNvPr id="356" name="Google Shape;356;p24"/>
          <p:cNvSpPr/>
          <p:nvPr/>
        </p:nvSpPr>
        <p:spPr>
          <a:xfrm>
            <a:off x="3072781" y="4376241"/>
            <a:ext cx="1045800" cy="263100"/>
          </a:xfrm>
          <a:prstGeom prst="roundRect">
            <a:avLst>
              <a:gd fmla="val 13693" name="adj"/>
            </a:avLst>
          </a:prstGeom>
          <a:solidFill>
            <a:schemeClr val="lt1"/>
          </a:solidFill>
          <a:ln>
            <a:noFill/>
          </a:ln>
        </p:spPr>
        <p:txBody>
          <a:bodyPr anchorCtr="0" anchor="ctr" bIns="91425" lIns="9125" spcFirstLastPara="1" rIns="9125" wrap="square" tIns="91425">
            <a:noAutofit/>
          </a:bodyPr>
          <a:lstStyle/>
          <a:p>
            <a:pPr indent="0" lvl="0" marL="0" rtl="0" algn="ctr">
              <a:spcBef>
                <a:spcPts val="0"/>
              </a:spcBef>
              <a:spcAft>
                <a:spcPts val="0"/>
              </a:spcAft>
              <a:buNone/>
            </a:pPr>
            <a:r>
              <a:rPr b="1" lang="en" sz="900"/>
              <a:t>YES</a:t>
            </a:r>
            <a:endParaRPr sz="900"/>
          </a:p>
        </p:txBody>
      </p:sp>
      <p:sp>
        <p:nvSpPr>
          <p:cNvPr id="357" name="Google Shape;357;p24"/>
          <p:cNvSpPr/>
          <p:nvPr/>
        </p:nvSpPr>
        <p:spPr>
          <a:xfrm>
            <a:off x="6729595" y="4376241"/>
            <a:ext cx="1045800" cy="263100"/>
          </a:xfrm>
          <a:prstGeom prst="roundRect">
            <a:avLst>
              <a:gd fmla="val 16104" name="adj"/>
            </a:avLst>
          </a:prstGeom>
          <a:solidFill>
            <a:schemeClr val="lt1"/>
          </a:solidFill>
          <a:ln cap="flat" cmpd="sng" w="9525">
            <a:solidFill>
              <a:srgbClr val="717171"/>
            </a:solidFill>
            <a:prstDash val="solid"/>
            <a:round/>
            <a:headEnd len="sm" w="sm" type="none"/>
            <a:tailEnd len="sm" w="sm" type="none"/>
          </a:ln>
        </p:spPr>
        <p:txBody>
          <a:bodyPr anchorCtr="0" anchor="ctr" bIns="91425" lIns="9125" spcFirstLastPara="1" rIns="9125" wrap="square" tIns="91425">
            <a:noAutofit/>
          </a:bodyPr>
          <a:lstStyle/>
          <a:p>
            <a:pPr indent="0" lvl="0" marL="0" rtl="0" algn="ctr">
              <a:spcBef>
                <a:spcPts val="0"/>
              </a:spcBef>
              <a:spcAft>
                <a:spcPts val="0"/>
              </a:spcAft>
              <a:buNone/>
            </a:pPr>
            <a:r>
              <a:rPr b="1" lang="en" sz="900">
                <a:solidFill>
                  <a:schemeClr val="dk1"/>
                </a:solidFill>
              </a:rPr>
              <a:t>NO</a:t>
            </a:r>
            <a:endParaRPr sz="900">
              <a:solidFill>
                <a:schemeClr val="dk1"/>
              </a:solidFill>
            </a:endParaRPr>
          </a:p>
        </p:txBody>
      </p:sp>
      <p:sp>
        <p:nvSpPr>
          <p:cNvPr id="358" name="Google Shape;358;p24"/>
          <p:cNvSpPr/>
          <p:nvPr/>
        </p:nvSpPr>
        <p:spPr>
          <a:xfrm>
            <a:off x="4368613" y="4324113"/>
            <a:ext cx="2094900" cy="367200"/>
          </a:xfrm>
          <a:prstGeom prst="roundRect">
            <a:avLst>
              <a:gd fmla="val 12553" name="adj"/>
            </a:avLst>
          </a:prstGeom>
          <a:solidFill>
            <a:schemeClr val="dk2"/>
          </a:solidFill>
          <a:ln>
            <a:noFill/>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None/>
            </a:pPr>
            <a:r>
              <a:rPr b="1" lang="en" sz="900">
                <a:solidFill>
                  <a:srgbClr val="FFFFFF"/>
                </a:solidFill>
              </a:rPr>
              <a:t>Do I </a:t>
            </a:r>
            <a:r>
              <a:rPr lang="en" sz="1000">
                <a:solidFill>
                  <a:schemeClr val="lt1"/>
                </a:solidFill>
              </a:rPr>
              <a:t>have</a:t>
            </a:r>
            <a:r>
              <a:rPr b="1" lang="en" sz="900">
                <a:solidFill>
                  <a:srgbClr val="FFFFFF"/>
                </a:solidFill>
              </a:rPr>
              <a:t> all the information to </a:t>
            </a:r>
            <a:br>
              <a:rPr b="1" lang="en" sz="900">
                <a:solidFill>
                  <a:srgbClr val="FFFFFF"/>
                </a:solidFill>
              </a:rPr>
            </a:br>
            <a:r>
              <a:rPr b="1" lang="en" sz="900">
                <a:solidFill>
                  <a:srgbClr val="FFFFFF"/>
                </a:solidFill>
              </a:rPr>
              <a:t>answer the user query accurately?</a:t>
            </a:r>
            <a:endParaRPr sz="900">
              <a:solidFill>
                <a:srgbClr val="FFFFFF"/>
              </a:solidFill>
            </a:endParaRPr>
          </a:p>
        </p:txBody>
      </p:sp>
      <p:sp>
        <p:nvSpPr>
          <p:cNvPr id="359" name="Google Shape;359;p24"/>
          <p:cNvSpPr/>
          <p:nvPr/>
        </p:nvSpPr>
        <p:spPr>
          <a:xfrm>
            <a:off x="3174150" y="3034063"/>
            <a:ext cx="975600" cy="306300"/>
          </a:xfrm>
          <a:prstGeom prst="roundRect">
            <a:avLst>
              <a:gd fmla="val 12318" name="adj"/>
            </a:avLst>
          </a:prstGeom>
          <a:solidFill>
            <a:schemeClr val="lt1"/>
          </a:solidFill>
          <a:ln cap="flat" cmpd="sng" w="9525">
            <a:solidFill>
              <a:schemeClr val="accent1"/>
            </a:solidFill>
            <a:prstDash val="solid"/>
            <a:round/>
            <a:headEnd len="sm" w="sm" type="none"/>
            <a:tailEnd len="sm" w="sm" type="none"/>
          </a:ln>
        </p:spPr>
        <p:txBody>
          <a:bodyPr anchorCtr="0" anchor="ctr" bIns="91425" lIns="9125" spcFirstLastPara="1" rIns="9125" wrap="square" tIns="91450">
            <a:noAutofit/>
          </a:bodyPr>
          <a:lstStyle/>
          <a:p>
            <a:pPr indent="0" lvl="0" marL="0" marR="0" rtl="0" algn="ctr">
              <a:lnSpc>
                <a:spcPct val="100000"/>
              </a:lnSpc>
              <a:spcBef>
                <a:spcPts val="0"/>
              </a:spcBef>
              <a:spcAft>
                <a:spcPts val="0"/>
              </a:spcAft>
              <a:buNone/>
            </a:pPr>
            <a:r>
              <a:rPr lang="en" sz="800">
                <a:solidFill>
                  <a:schemeClr val="dk1"/>
                </a:solidFill>
              </a:rPr>
              <a:t>Structured </a:t>
            </a:r>
            <a:br>
              <a:rPr lang="en" sz="800">
                <a:solidFill>
                  <a:schemeClr val="dk1"/>
                </a:solidFill>
              </a:rPr>
            </a:br>
            <a:r>
              <a:rPr lang="en" sz="800">
                <a:solidFill>
                  <a:schemeClr val="dk1"/>
                </a:solidFill>
              </a:rPr>
              <a:t>Data Retrieval</a:t>
            </a:r>
            <a:endParaRPr sz="800">
              <a:solidFill>
                <a:schemeClr val="dk1"/>
              </a:solidFill>
            </a:endParaRPr>
          </a:p>
        </p:txBody>
      </p:sp>
      <p:sp>
        <p:nvSpPr>
          <p:cNvPr id="360" name="Google Shape;360;p24"/>
          <p:cNvSpPr/>
          <p:nvPr/>
        </p:nvSpPr>
        <p:spPr>
          <a:xfrm>
            <a:off x="3019113" y="1348556"/>
            <a:ext cx="2893800" cy="996000"/>
          </a:xfrm>
          <a:prstGeom prst="roundRect">
            <a:avLst>
              <a:gd fmla="val 8954" name="adj"/>
            </a:avLst>
          </a:prstGeom>
          <a:solidFill>
            <a:schemeClr val="lt1"/>
          </a:solidFill>
          <a:ln cap="flat" cmpd="sng" w="9525">
            <a:solidFill>
              <a:schemeClr val="accent1"/>
            </a:solidFill>
            <a:prstDash val="solid"/>
            <a:round/>
            <a:headEnd len="sm" w="sm" type="none"/>
            <a:tailEnd len="sm" w="sm" type="none"/>
          </a:ln>
        </p:spPr>
        <p:txBody>
          <a:bodyPr anchorCtr="0" anchor="t" bIns="91450" lIns="0" spcFirstLastPara="1" rIns="0" wrap="square" tIns="0">
            <a:noAutofit/>
          </a:bodyPr>
          <a:lstStyle/>
          <a:p>
            <a:pPr indent="0" lvl="0" marL="0" rtl="0" algn="ctr">
              <a:spcBef>
                <a:spcPts val="0"/>
              </a:spcBef>
              <a:spcAft>
                <a:spcPts val="0"/>
              </a:spcAft>
              <a:buNone/>
            </a:pPr>
            <a:r>
              <a:rPr b="1" lang="en" sz="900">
                <a:solidFill>
                  <a:schemeClr val="dk1"/>
                </a:solidFill>
              </a:rPr>
              <a:t>Planning</a:t>
            </a:r>
            <a:endParaRPr b="1" sz="900">
              <a:solidFill>
                <a:schemeClr val="dk1"/>
              </a:solidFill>
            </a:endParaRPr>
          </a:p>
        </p:txBody>
      </p:sp>
      <p:sp>
        <p:nvSpPr>
          <p:cNvPr id="361" name="Google Shape;361;p24"/>
          <p:cNvSpPr/>
          <p:nvPr/>
        </p:nvSpPr>
        <p:spPr>
          <a:xfrm>
            <a:off x="3174150" y="1936588"/>
            <a:ext cx="1205400" cy="240600"/>
          </a:xfrm>
          <a:prstGeom prst="roundRect">
            <a:avLst>
              <a:gd fmla="val 11783" name="adj"/>
            </a:avLst>
          </a:prstGeom>
          <a:solidFill>
            <a:srgbClr val="93DCF8">
              <a:alpha val="41570"/>
            </a:srgbClr>
          </a:solidFill>
          <a:ln>
            <a:noFill/>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None/>
            </a:pPr>
            <a:r>
              <a:rPr lang="en" sz="800"/>
              <a:t>Chain of Thought</a:t>
            </a:r>
            <a:endParaRPr sz="800"/>
          </a:p>
        </p:txBody>
      </p:sp>
      <p:sp>
        <p:nvSpPr>
          <p:cNvPr id="362" name="Google Shape;362;p24"/>
          <p:cNvSpPr/>
          <p:nvPr/>
        </p:nvSpPr>
        <p:spPr>
          <a:xfrm>
            <a:off x="3174150" y="1624288"/>
            <a:ext cx="1205400" cy="240600"/>
          </a:xfrm>
          <a:prstGeom prst="roundRect">
            <a:avLst>
              <a:gd fmla="val 11783" name="adj"/>
            </a:avLst>
          </a:prstGeom>
          <a:solidFill>
            <a:srgbClr val="93DCF8">
              <a:alpha val="41570"/>
            </a:srgbClr>
          </a:solidFill>
          <a:ln>
            <a:noFill/>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None/>
            </a:pPr>
            <a:r>
              <a:rPr lang="en" sz="800"/>
              <a:t>Task Decomposition</a:t>
            </a:r>
            <a:endParaRPr sz="800"/>
          </a:p>
        </p:txBody>
      </p:sp>
      <p:sp>
        <p:nvSpPr>
          <p:cNvPr id="363" name="Google Shape;363;p24"/>
          <p:cNvSpPr/>
          <p:nvPr/>
        </p:nvSpPr>
        <p:spPr>
          <a:xfrm>
            <a:off x="4558431" y="1624288"/>
            <a:ext cx="1205400" cy="240600"/>
          </a:xfrm>
          <a:prstGeom prst="roundRect">
            <a:avLst>
              <a:gd fmla="val 11783" name="adj"/>
            </a:avLst>
          </a:prstGeom>
          <a:solidFill>
            <a:srgbClr val="93DCF8">
              <a:alpha val="41570"/>
            </a:srgbClr>
          </a:solidFill>
          <a:ln>
            <a:noFill/>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None/>
            </a:pPr>
            <a:r>
              <a:rPr lang="en" sz="800"/>
              <a:t>Query Rewrite</a:t>
            </a:r>
            <a:endParaRPr sz="800"/>
          </a:p>
        </p:txBody>
      </p:sp>
      <p:cxnSp>
        <p:nvCxnSpPr>
          <p:cNvPr id="364" name="Google Shape;364;p24"/>
          <p:cNvCxnSpPr>
            <a:stCxn id="356" idx="1"/>
            <a:endCxn id="355" idx="2"/>
          </p:cNvCxnSpPr>
          <p:nvPr/>
        </p:nvCxnSpPr>
        <p:spPr>
          <a:xfrm rot="10800000">
            <a:off x="1853881" y="2945991"/>
            <a:ext cx="1218900" cy="1561800"/>
          </a:xfrm>
          <a:prstGeom prst="bentConnector2">
            <a:avLst/>
          </a:prstGeom>
          <a:noFill/>
          <a:ln cap="flat" cmpd="sng" w="19050">
            <a:solidFill>
              <a:schemeClr val="accent1"/>
            </a:solidFill>
            <a:prstDash val="solid"/>
            <a:round/>
            <a:headEnd len="sm" w="sm" type="none"/>
            <a:tailEnd len="sm" w="sm" type="triangle"/>
          </a:ln>
        </p:spPr>
      </p:cxnSp>
      <p:sp>
        <p:nvSpPr>
          <p:cNvPr id="365" name="Google Shape;365;p24"/>
          <p:cNvSpPr/>
          <p:nvPr/>
        </p:nvSpPr>
        <p:spPr>
          <a:xfrm>
            <a:off x="3033175" y="976538"/>
            <a:ext cx="934500" cy="201900"/>
          </a:xfrm>
          <a:prstGeom prst="roundRect">
            <a:avLst>
              <a:gd fmla="val 20558" name="adj"/>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 sz="900">
                <a:solidFill>
                  <a:schemeClr val="lt1"/>
                </a:solidFill>
              </a:rPr>
              <a:t>Reasoning</a:t>
            </a:r>
            <a:endParaRPr b="1" sz="900">
              <a:solidFill>
                <a:schemeClr val="lt1"/>
              </a:solidFill>
            </a:endParaRPr>
          </a:p>
        </p:txBody>
      </p:sp>
      <p:sp>
        <p:nvSpPr>
          <p:cNvPr id="366" name="Google Shape;366;p24"/>
          <p:cNvSpPr/>
          <p:nvPr/>
        </p:nvSpPr>
        <p:spPr>
          <a:xfrm>
            <a:off x="3033175" y="2684236"/>
            <a:ext cx="934500" cy="201900"/>
          </a:xfrm>
          <a:prstGeom prst="roundRect">
            <a:avLst>
              <a:gd fmla="val 20558" name="adj"/>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 sz="900">
                <a:solidFill>
                  <a:schemeClr val="lt1"/>
                </a:solidFill>
              </a:rPr>
              <a:t>Tool Use</a:t>
            </a:r>
            <a:endParaRPr b="1" sz="900">
              <a:solidFill>
                <a:schemeClr val="lt1"/>
              </a:solidFill>
            </a:endParaRPr>
          </a:p>
        </p:txBody>
      </p:sp>
      <p:sp>
        <p:nvSpPr>
          <p:cNvPr id="367" name="Google Shape;367;p24"/>
          <p:cNvSpPr/>
          <p:nvPr/>
        </p:nvSpPr>
        <p:spPr>
          <a:xfrm>
            <a:off x="3033175" y="4097013"/>
            <a:ext cx="934500" cy="201900"/>
          </a:xfrm>
          <a:prstGeom prst="roundRect">
            <a:avLst>
              <a:gd fmla="val 20558" name="adj"/>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 sz="900">
                <a:solidFill>
                  <a:schemeClr val="lt1"/>
                </a:solidFill>
              </a:rPr>
              <a:t>Reflection </a:t>
            </a:r>
            <a:endParaRPr b="1" sz="900">
              <a:solidFill>
                <a:schemeClr val="lt1"/>
              </a:solidFill>
            </a:endParaRPr>
          </a:p>
        </p:txBody>
      </p:sp>
      <p:sp>
        <p:nvSpPr>
          <p:cNvPr id="368" name="Google Shape;368;p24"/>
          <p:cNvSpPr/>
          <p:nvPr/>
        </p:nvSpPr>
        <p:spPr>
          <a:xfrm>
            <a:off x="6183888" y="1348556"/>
            <a:ext cx="1716300" cy="996000"/>
          </a:xfrm>
          <a:prstGeom prst="roundRect">
            <a:avLst>
              <a:gd fmla="val 8954" name="adj"/>
            </a:avLst>
          </a:prstGeom>
          <a:solidFill>
            <a:schemeClr val="lt1"/>
          </a:solidFill>
          <a:ln cap="flat" cmpd="sng" w="9525">
            <a:solidFill>
              <a:schemeClr val="accent1"/>
            </a:solidFill>
            <a:prstDash val="solid"/>
            <a:round/>
            <a:headEnd len="sm" w="sm" type="none"/>
            <a:tailEnd len="sm" w="sm" type="none"/>
          </a:ln>
        </p:spPr>
        <p:txBody>
          <a:bodyPr anchorCtr="0" anchor="t" bIns="91450" lIns="0" spcFirstLastPara="1" rIns="0" wrap="square" tIns="0">
            <a:noAutofit/>
          </a:bodyPr>
          <a:lstStyle/>
          <a:p>
            <a:pPr indent="0" lvl="0" marL="0" rtl="0" algn="ctr">
              <a:spcBef>
                <a:spcPts val="0"/>
              </a:spcBef>
              <a:spcAft>
                <a:spcPts val="0"/>
              </a:spcAft>
              <a:buNone/>
            </a:pPr>
            <a:r>
              <a:rPr b="1" lang="en" sz="900">
                <a:solidFill>
                  <a:schemeClr val="dk1"/>
                </a:solidFill>
              </a:rPr>
              <a:t>Memory</a:t>
            </a:r>
            <a:endParaRPr b="1" sz="900">
              <a:solidFill>
                <a:schemeClr val="dk1"/>
              </a:solidFill>
            </a:endParaRPr>
          </a:p>
        </p:txBody>
      </p:sp>
      <p:sp>
        <p:nvSpPr>
          <p:cNvPr id="369" name="Google Shape;369;p24"/>
          <p:cNvSpPr/>
          <p:nvPr/>
        </p:nvSpPr>
        <p:spPr>
          <a:xfrm>
            <a:off x="6439413" y="1624288"/>
            <a:ext cx="1205400" cy="240600"/>
          </a:xfrm>
          <a:prstGeom prst="roundRect">
            <a:avLst>
              <a:gd fmla="val 11783" name="adj"/>
            </a:avLst>
          </a:prstGeom>
          <a:solidFill>
            <a:srgbClr val="93DCF8">
              <a:alpha val="41570"/>
            </a:srgbClr>
          </a:solidFill>
          <a:ln>
            <a:noFill/>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None/>
            </a:pPr>
            <a:r>
              <a:rPr lang="en" sz="800"/>
              <a:t>Short-term</a:t>
            </a:r>
            <a:endParaRPr sz="800"/>
          </a:p>
        </p:txBody>
      </p:sp>
      <p:sp>
        <p:nvSpPr>
          <p:cNvPr id="370" name="Google Shape;370;p24"/>
          <p:cNvSpPr/>
          <p:nvPr/>
        </p:nvSpPr>
        <p:spPr>
          <a:xfrm>
            <a:off x="6439413" y="1936588"/>
            <a:ext cx="1205400" cy="240600"/>
          </a:xfrm>
          <a:prstGeom prst="roundRect">
            <a:avLst>
              <a:gd fmla="val 11783" name="adj"/>
            </a:avLst>
          </a:prstGeom>
          <a:solidFill>
            <a:srgbClr val="93DCF8">
              <a:alpha val="41570"/>
            </a:srgbClr>
          </a:solidFill>
          <a:ln>
            <a:noFill/>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None/>
            </a:pPr>
            <a:r>
              <a:rPr lang="en" sz="800"/>
              <a:t>Long-term</a:t>
            </a:r>
            <a:endParaRPr sz="800"/>
          </a:p>
        </p:txBody>
      </p:sp>
      <p:cxnSp>
        <p:nvCxnSpPr>
          <p:cNvPr id="371" name="Google Shape;371;p24"/>
          <p:cNvCxnSpPr>
            <a:stCxn id="360" idx="3"/>
            <a:endCxn id="368" idx="1"/>
          </p:cNvCxnSpPr>
          <p:nvPr/>
        </p:nvCxnSpPr>
        <p:spPr>
          <a:xfrm>
            <a:off x="5912913" y="1846556"/>
            <a:ext cx="270900" cy="0"/>
          </a:xfrm>
          <a:prstGeom prst="straightConnector1">
            <a:avLst/>
          </a:prstGeom>
          <a:noFill/>
          <a:ln cap="flat" cmpd="sng" w="19050">
            <a:solidFill>
              <a:schemeClr val="accent1"/>
            </a:solidFill>
            <a:prstDash val="dash"/>
            <a:round/>
            <a:headEnd len="med" w="med" type="none"/>
            <a:tailEnd len="med" w="med" type="none"/>
          </a:ln>
        </p:spPr>
      </p:cxnSp>
      <p:sp>
        <p:nvSpPr>
          <p:cNvPr id="372" name="Google Shape;372;p24"/>
          <p:cNvSpPr/>
          <p:nvPr/>
        </p:nvSpPr>
        <p:spPr>
          <a:xfrm>
            <a:off x="4339145" y="3034063"/>
            <a:ext cx="975600" cy="306300"/>
          </a:xfrm>
          <a:prstGeom prst="roundRect">
            <a:avLst>
              <a:gd fmla="val 12318" name="adj"/>
            </a:avLst>
          </a:prstGeom>
          <a:solidFill>
            <a:schemeClr val="lt1"/>
          </a:solidFill>
          <a:ln cap="flat" cmpd="sng" w="9525">
            <a:solidFill>
              <a:schemeClr val="accent1"/>
            </a:solidFill>
            <a:prstDash val="solid"/>
            <a:round/>
            <a:headEnd len="sm" w="sm" type="none"/>
            <a:tailEnd len="sm" w="sm" type="none"/>
          </a:ln>
        </p:spPr>
        <p:txBody>
          <a:bodyPr anchorCtr="0" anchor="ctr" bIns="91425" lIns="9125" spcFirstLastPara="1" rIns="9125" wrap="square" tIns="91450">
            <a:noAutofit/>
          </a:bodyPr>
          <a:lstStyle/>
          <a:p>
            <a:pPr indent="0" lvl="0" marL="0" marR="0" rtl="0" algn="ctr">
              <a:lnSpc>
                <a:spcPct val="100000"/>
              </a:lnSpc>
              <a:spcBef>
                <a:spcPts val="0"/>
              </a:spcBef>
              <a:spcAft>
                <a:spcPts val="0"/>
              </a:spcAft>
              <a:buNone/>
            </a:pPr>
            <a:r>
              <a:rPr lang="en" sz="800">
                <a:solidFill>
                  <a:schemeClr val="dk1"/>
                </a:solidFill>
              </a:rPr>
              <a:t>Unstructured</a:t>
            </a:r>
            <a:r>
              <a:rPr lang="en" sz="800"/>
              <a:t> Data Retrieval</a:t>
            </a:r>
            <a:endParaRPr sz="800"/>
          </a:p>
        </p:txBody>
      </p:sp>
      <p:sp>
        <p:nvSpPr>
          <p:cNvPr id="373" name="Google Shape;373;p24"/>
          <p:cNvSpPr/>
          <p:nvPr/>
        </p:nvSpPr>
        <p:spPr>
          <a:xfrm>
            <a:off x="6669136" y="3034063"/>
            <a:ext cx="975600" cy="306300"/>
          </a:xfrm>
          <a:prstGeom prst="roundRect">
            <a:avLst>
              <a:gd fmla="val 12318" name="adj"/>
            </a:avLst>
          </a:prstGeom>
          <a:solidFill>
            <a:schemeClr val="lt1"/>
          </a:solidFill>
          <a:ln cap="flat" cmpd="sng" w="9525">
            <a:solidFill>
              <a:schemeClr val="accent1"/>
            </a:solidFill>
            <a:prstDash val="solid"/>
            <a:round/>
            <a:headEnd len="sm" w="sm" type="none"/>
            <a:tailEnd len="sm" w="sm" type="none"/>
          </a:ln>
        </p:spPr>
        <p:txBody>
          <a:bodyPr anchorCtr="0" anchor="ctr" bIns="91425" lIns="9125" spcFirstLastPara="1" rIns="9125" wrap="square" tIns="91450">
            <a:noAutofit/>
          </a:bodyPr>
          <a:lstStyle/>
          <a:p>
            <a:pPr indent="0" lvl="0" marL="0" marR="0" rtl="0" algn="ctr">
              <a:lnSpc>
                <a:spcPct val="100000"/>
              </a:lnSpc>
              <a:spcBef>
                <a:spcPts val="0"/>
              </a:spcBef>
              <a:spcAft>
                <a:spcPts val="0"/>
              </a:spcAft>
              <a:buNone/>
            </a:pPr>
            <a:r>
              <a:rPr lang="en" sz="800">
                <a:solidFill>
                  <a:schemeClr val="dk1"/>
                </a:solidFill>
              </a:rPr>
              <a:t>Web</a:t>
            </a:r>
            <a:r>
              <a:rPr lang="en" sz="800"/>
              <a:t> </a:t>
            </a:r>
            <a:br>
              <a:rPr lang="en" sz="800"/>
            </a:br>
            <a:r>
              <a:rPr lang="en" sz="800">
                <a:solidFill>
                  <a:schemeClr val="dk1"/>
                </a:solidFill>
              </a:rPr>
              <a:t>Search</a:t>
            </a:r>
            <a:endParaRPr sz="800"/>
          </a:p>
        </p:txBody>
      </p:sp>
      <p:sp>
        <p:nvSpPr>
          <p:cNvPr id="374" name="Google Shape;374;p24"/>
          <p:cNvSpPr/>
          <p:nvPr/>
        </p:nvSpPr>
        <p:spPr>
          <a:xfrm>
            <a:off x="6669112" y="3451525"/>
            <a:ext cx="975600" cy="306300"/>
          </a:xfrm>
          <a:prstGeom prst="roundRect">
            <a:avLst>
              <a:gd fmla="val 12318" name="adj"/>
            </a:avLst>
          </a:prstGeom>
          <a:solidFill>
            <a:schemeClr val="lt1"/>
          </a:solidFill>
          <a:ln cap="flat" cmpd="sng" w="9525">
            <a:solidFill>
              <a:schemeClr val="accent1"/>
            </a:solidFill>
            <a:prstDash val="solid"/>
            <a:round/>
            <a:headEnd len="sm" w="sm" type="none"/>
            <a:tailEnd len="sm" w="sm" type="none"/>
          </a:ln>
        </p:spPr>
        <p:txBody>
          <a:bodyPr anchorCtr="0" anchor="ctr" bIns="91425" lIns="9125" spcFirstLastPara="1" rIns="9125" wrap="square" tIns="91450">
            <a:noAutofit/>
          </a:bodyPr>
          <a:lstStyle/>
          <a:p>
            <a:pPr indent="0" lvl="0" marL="0" marR="0" rtl="0" algn="ctr">
              <a:lnSpc>
                <a:spcPct val="100000"/>
              </a:lnSpc>
              <a:spcBef>
                <a:spcPts val="0"/>
              </a:spcBef>
              <a:spcAft>
                <a:spcPts val="0"/>
              </a:spcAft>
              <a:buNone/>
            </a:pPr>
            <a:r>
              <a:rPr lang="en" sz="800"/>
              <a:t>Custom </a:t>
            </a:r>
            <a:br>
              <a:rPr lang="en" sz="800"/>
            </a:br>
            <a:r>
              <a:rPr lang="en" sz="800">
                <a:solidFill>
                  <a:schemeClr val="dk1"/>
                </a:solidFill>
              </a:rPr>
              <a:t>Tools …</a:t>
            </a:r>
            <a:endParaRPr sz="800"/>
          </a:p>
        </p:txBody>
      </p:sp>
      <p:sp>
        <p:nvSpPr>
          <p:cNvPr id="375" name="Google Shape;375;p24"/>
          <p:cNvSpPr/>
          <p:nvPr/>
        </p:nvSpPr>
        <p:spPr>
          <a:xfrm>
            <a:off x="4339137" y="3451525"/>
            <a:ext cx="975600" cy="306300"/>
          </a:xfrm>
          <a:prstGeom prst="roundRect">
            <a:avLst>
              <a:gd fmla="val 12318" name="adj"/>
            </a:avLst>
          </a:prstGeom>
          <a:solidFill>
            <a:schemeClr val="lt1"/>
          </a:solidFill>
          <a:ln cap="flat" cmpd="sng" w="9525">
            <a:solidFill>
              <a:schemeClr val="accent1"/>
            </a:solidFill>
            <a:prstDash val="solid"/>
            <a:round/>
            <a:headEnd len="sm" w="sm" type="none"/>
            <a:tailEnd len="sm" w="sm" type="none"/>
          </a:ln>
        </p:spPr>
        <p:txBody>
          <a:bodyPr anchorCtr="0" anchor="ctr" bIns="91425" lIns="9125" spcFirstLastPara="1" rIns="9125" wrap="square" tIns="91450">
            <a:noAutofit/>
          </a:bodyPr>
          <a:lstStyle/>
          <a:p>
            <a:pPr indent="0" lvl="0" marL="0" marR="0" rtl="0" algn="ctr">
              <a:lnSpc>
                <a:spcPct val="100000"/>
              </a:lnSpc>
              <a:spcBef>
                <a:spcPts val="0"/>
              </a:spcBef>
              <a:spcAft>
                <a:spcPts val="0"/>
              </a:spcAft>
              <a:buNone/>
            </a:pPr>
            <a:r>
              <a:rPr lang="en" sz="800"/>
              <a:t>Other Tools (MCP)</a:t>
            </a:r>
            <a:endParaRPr sz="800"/>
          </a:p>
        </p:txBody>
      </p:sp>
      <p:cxnSp>
        <p:nvCxnSpPr>
          <p:cNvPr id="376" name="Google Shape;376;p24"/>
          <p:cNvCxnSpPr>
            <a:stCxn id="358" idx="1"/>
            <a:endCxn id="356" idx="3"/>
          </p:cNvCxnSpPr>
          <p:nvPr/>
        </p:nvCxnSpPr>
        <p:spPr>
          <a:xfrm flipH="1">
            <a:off x="4118713" y="4507713"/>
            <a:ext cx="249900" cy="600"/>
          </a:xfrm>
          <a:prstGeom prst="curvedConnector3">
            <a:avLst>
              <a:gd fmla="val 49996" name="adj1"/>
            </a:avLst>
          </a:prstGeom>
          <a:noFill/>
          <a:ln cap="flat" cmpd="sng" w="28575">
            <a:solidFill>
              <a:schemeClr val="accent1"/>
            </a:solidFill>
            <a:prstDash val="solid"/>
            <a:round/>
            <a:headEnd len="sm" w="sm" type="none"/>
            <a:tailEnd len="sm" w="sm" type="triangle"/>
          </a:ln>
        </p:spPr>
      </p:cxnSp>
      <p:cxnSp>
        <p:nvCxnSpPr>
          <p:cNvPr id="377" name="Google Shape;377;p24"/>
          <p:cNvCxnSpPr>
            <a:stCxn id="358" idx="3"/>
            <a:endCxn id="357" idx="1"/>
          </p:cNvCxnSpPr>
          <p:nvPr/>
        </p:nvCxnSpPr>
        <p:spPr>
          <a:xfrm>
            <a:off x="6463513" y="4507713"/>
            <a:ext cx="266100" cy="600"/>
          </a:xfrm>
          <a:prstGeom prst="curvedConnector3">
            <a:avLst>
              <a:gd fmla="val 49997" name="adj1"/>
            </a:avLst>
          </a:prstGeom>
          <a:noFill/>
          <a:ln cap="flat" cmpd="sng" w="28575">
            <a:solidFill>
              <a:schemeClr val="accent1"/>
            </a:solidFill>
            <a:prstDash val="solid"/>
            <a:round/>
            <a:headEnd len="sm" w="sm" type="none"/>
            <a:tailEnd len="sm" w="sm" type="triangle"/>
          </a:ln>
        </p:spPr>
      </p:cxnSp>
      <p:cxnSp>
        <p:nvCxnSpPr>
          <p:cNvPr id="378" name="Google Shape;378;p24"/>
          <p:cNvCxnSpPr>
            <a:stCxn id="357" idx="3"/>
            <a:endCxn id="342" idx="3"/>
          </p:cNvCxnSpPr>
          <p:nvPr/>
        </p:nvCxnSpPr>
        <p:spPr>
          <a:xfrm flipH="1" rot="10800000">
            <a:off x="7775395" y="1789191"/>
            <a:ext cx="324000" cy="2718600"/>
          </a:xfrm>
          <a:prstGeom prst="bentConnector3">
            <a:avLst>
              <a:gd fmla="val 166020" name="adj1"/>
            </a:avLst>
          </a:prstGeom>
          <a:noFill/>
          <a:ln cap="flat" cmpd="sng" w="19050">
            <a:solidFill>
              <a:schemeClr val="accent1"/>
            </a:solidFill>
            <a:prstDash val="solid"/>
            <a:round/>
            <a:headEnd len="sm" w="sm" type="none"/>
            <a:tailEnd len="sm" w="sm" type="triangle"/>
          </a:ln>
        </p:spPr>
      </p:cxnSp>
      <p:sp>
        <p:nvSpPr>
          <p:cNvPr id="379" name="Google Shape;379;p24"/>
          <p:cNvSpPr/>
          <p:nvPr/>
        </p:nvSpPr>
        <p:spPr>
          <a:xfrm>
            <a:off x="5504124" y="3451525"/>
            <a:ext cx="975600" cy="306300"/>
          </a:xfrm>
          <a:prstGeom prst="roundRect">
            <a:avLst>
              <a:gd fmla="val 12318" name="adj"/>
            </a:avLst>
          </a:prstGeom>
          <a:solidFill>
            <a:schemeClr val="lt1"/>
          </a:solidFill>
          <a:ln cap="flat" cmpd="sng" w="9525">
            <a:solidFill>
              <a:schemeClr val="accent1"/>
            </a:solidFill>
            <a:prstDash val="solid"/>
            <a:round/>
            <a:headEnd len="sm" w="sm" type="none"/>
            <a:tailEnd len="sm" w="sm" type="none"/>
          </a:ln>
        </p:spPr>
        <p:txBody>
          <a:bodyPr anchorCtr="0" anchor="ctr" bIns="91425" lIns="9125" spcFirstLastPara="1" rIns="9125" wrap="square" tIns="91450">
            <a:noAutofit/>
          </a:bodyPr>
          <a:lstStyle/>
          <a:p>
            <a:pPr indent="0" lvl="0" marL="0" marR="0" rtl="0" algn="ctr">
              <a:lnSpc>
                <a:spcPct val="100000"/>
              </a:lnSpc>
              <a:spcBef>
                <a:spcPts val="0"/>
              </a:spcBef>
              <a:spcAft>
                <a:spcPts val="0"/>
              </a:spcAft>
              <a:buNone/>
            </a:pPr>
            <a:r>
              <a:rPr lang="en" sz="800"/>
              <a:t>Other Agents (A2A)</a:t>
            </a:r>
            <a:endParaRPr sz="800"/>
          </a:p>
        </p:txBody>
      </p:sp>
      <p:cxnSp>
        <p:nvCxnSpPr>
          <p:cNvPr id="380" name="Google Shape;380;p24"/>
          <p:cNvCxnSpPr>
            <a:stCxn id="342" idx="2"/>
            <a:endCxn id="341" idx="0"/>
          </p:cNvCxnSpPr>
          <p:nvPr/>
        </p:nvCxnSpPr>
        <p:spPr>
          <a:xfrm flipH="1" rot="-5400000">
            <a:off x="5281063" y="2635062"/>
            <a:ext cx="286800" cy="600"/>
          </a:xfrm>
          <a:prstGeom prst="bentConnector3">
            <a:avLst>
              <a:gd fmla="val 49997" name="adj1"/>
            </a:avLst>
          </a:prstGeom>
          <a:noFill/>
          <a:ln cap="flat" cmpd="sng" w="19050">
            <a:solidFill>
              <a:schemeClr val="accent1"/>
            </a:solidFill>
            <a:prstDash val="solid"/>
            <a:round/>
            <a:headEnd len="sm" w="sm" type="none"/>
            <a:tailEnd len="sm" w="sm" type="triangle"/>
          </a:ln>
        </p:spPr>
      </p:cxnSp>
      <p:cxnSp>
        <p:nvCxnSpPr>
          <p:cNvPr id="381" name="Google Shape;381;p24"/>
          <p:cNvCxnSpPr>
            <a:stCxn id="341" idx="2"/>
            <a:endCxn id="344" idx="0"/>
          </p:cNvCxnSpPr>
          <p:nvPr/>
        </p:nvCxnSpPr>
        <p:spPr>
          <a:xfrm flipH="1" rot="-5400000">
            <a:off x="5287963" y="4036796"/>
            <a:ext cx="273000" cy="600"/>
          </a:xfrm>
          <a:prstGeom prst="curvedConnector3">
            <a:avLst>
              <a:gd fmla="val 49994" name="adj1"/>
            </a:avLst>
          </a:prstGeom>
          <a:noFill/>
          <a:ln cap="flat" cmpd="sng" w="19050">
            <a:solidFill>
              <a:schemeClr val="accent1"/>
            </a:solidFill>
            <a:prstDash val="solid"/>
            <a:round/>
            <a:headEnd len="sm" w="sm" type="none"/>
            <a:tailEnd len="sm" w="sm" type="triangle"/>
          </a:ln>
        </p:spPr>
      </p:cxnSp>
      <p:sp>
        <p:nvSpPr>
          <p:cNvPr id="382" name="Google Shape;382;p24"/>
          <p:cNvSpPr/>
          <p:nvPr/>
        </p:nvSpPr>
        <p:spPr>
          <a:xfrm>
            <a:off x="5504141" y="3034063"/>
            <a:ext cx="975600" cy="306300"/>
          </a:xfrm>
          <a:prstGeom prst="roundRect">
            <a:avLst>
              <a:gd fmla="val 12318" name="adj"/>
            </a:avLst>
          </a:prstGeom>
          <a:solidFill>
            <a:schemeClr val="lt1"/>
          </a:solidFill>
          <a:ln cap="flat" cmpd="sng" w="9525">
            <a:solidFill>
              <a:schemeClr val="accent1"/>
            </a:solidFill>
            <a:prstDash val="solid"/>
            <a:round/>
            <a:headEnd len="sm" w="sm" type="none"/>
            <a:tailEnd len="sm" w="sm" type="none"/>
          </a:ln>
        </p:spPr>
        <p:txBody>
          <a:bodyPr anchorCtr="0" anchor="ctr" bIns="91425" lIns="9125" spcFirstLastPara="1" rIns="9125" wrap="square" tIns="91450">
            <a:noAutofit/>
          </a:bodyPr>
          <a:lstStyle/>
          <a:p>
            <a:pPr indent="0" lvl="0" marL="0" marR="0" rtl="0" algn="ctr">
              <a:lnSpc>
                <a:spcPct val="100000"/>
              </a:lnSpc>
              <a:spcBef>
                <a:spcPts val="0"/>
              </a:spcBef>
              <a:spcAft>
                <a:spcPts val="0"/>
              </a:spcAft>
              <a:buNone/>
            </a:pPr>
            <a:r>
              <a:rPr lang="en" sz="800">
                <a:solidFill>
                  <a:schemeClr val="dk1"/>
                </a:solidFill>
              </a:rPr>
              <a:t>Coding</a:t>
            </a:r>
            <a:endParaRPr sz="800"/>
          </a:p>
        </p:txBody>
      </p:sp>
      <p:sp>
        <p:nvSpPr>
          <p:cNvPr id="383" name="Google Shape;383;p24"/>
          <p:cNvSpPr/>
          <p:nvPr/>
        </p:nvSpPr>
        <p:spPr>
          <a:xfrm>
            <a:off x="3174150" y="3451525"/>
            <a:ext cx="975600" cy="306300"/>
          </a:xfrm>
          <a:prstGeom prst="roundRect">
            <a:avLst>
              <a:gd fmla="val 12318" name="adj"/>
            </a:avLst>
          </a:prstGeom>
          <a:solidFill>
            <a:schemeClr val="lt1"/>
          </a:solidFill>
          <a:ln cap="flat" cmpd="sng" w="9525">
            <a:solidFill>
              <a:schemeClr val="accent1"/>
            </a:solidFill>
            <a:prstDash val="solid"/>
            <a:round/>
            <a:headEnd len="sm" w="sm" type="none"/>
            <a:tailEnd len="sm" w="sm" type="none"/>
          </a:ln>
        </p:spPr>
        <p:txBody>
          <a:bodyPr anchorCtr="0" anchor="ctr" bIns="91425" lIns="9125" spcFirstLastPara="1" rIns="9125" wrap="square" tIns="91450">
            <a:noAutofit/>
          </a:bodyPr>
          <a:lstStyle/>
          <a:p>
            <a:pPr indent="0" lvl="0" marL="0" marR="0" rtl="0" algn="ctr">
              <a:lnSpc>
                <a:spcPct val="100000"/>
              </a:lnSpc>
              <a:spcBef>
                <a:spcPts val="0"/>
              </a:spcBef>
              <a:spcAft>
                <a:spcPts val="0"/>
              </a:spcAft>
              <a:buNone/>
            </a:pPr>
            <a:r>
              <a:rPr lang="en" sz="800">
                <a:solidFill>
                  <a:schemeClr val="dk1"/>
                </a:solidFill>
              </a:rPr>
              <a:t>Visualization</a:t>
            </a:r>
            <a:endParaRPr sz="800"/>
          </a:p>
        </p:txBody>
      </p:sp>
      <p:sp>
        <p:nvSpPr>
          <p:cNvPr id="384" name="Google Shape;384;p24"/>
          <p:cNvSpPr/>
          <p:nvPr/>
        </p:nvSpPr>
        <p:spPr>
          <a:xfrm>
            <a:off x="1655685" y="910763"/>
            <a:ext cx="414063" cy="278855"/>
          </a:xfrm>
          <a:custGeom>
            <a:rect b="b" l="l" r="r" t="t"/>
            <a:pathLst>
              <a:path extrusionOk="0" h="6245" w="9273">
                <a:moveTo>
                  <a:pt x="5875" y="1049"/>
                </a:moveTo>
                <a:cubicBezTo>
                  <a:pt x="5861" y="1049"/>
                  <a:pt x="5846" y="1052"/>
                  <a:pt x="5833" y="1059"/>
                </a:cubicBezTo>
                <a:cubicBezTo>
                  <a:pt x="5792" y="1080"/>
                  <a:pt x="5770" y="1121"/>
                  <a:pt x="5778" y="1166"/>
                </a:cubicBezTo>
                <a:cubicBezTo>
                  <a:pt x="5783" y="1184"/>
                  <a:pt x="5856" y="1599"/>
                  <a:pt x="5468" y="1767"/>
                </a:cubicBezTo>
                <a:cubicBezTo>
                  <a:pt x="5418" y="1789"/>
                  <a:pt x="5395" y="1847"/>
                  <a:pt x="5416" y="1898"/>
                </a:cubicBezTo>
                <a:cubicBezTo>
                  <a:pt x="5432" y="1935"/>
                  <a:pt x="5468" y="1957"/>
                  <a:pt x="5507" y="1957"/>
                </a:cubicBezTo>
                <a:cubicBezTo>
                  <a:pt x="5520" y="1957"/>
                  <a:pt x="5532" y="1956"/>
                  <a:pt x="5545" y="1950"/>
                </a:cubicBezTo>
                <a:cubicBezTo>
                  <a:pt x="5833" y="1824"/>
                  <a:pt x="5946" y="1586"/>
                  <a:pt x="5976" y="1381"/>
                </a:cubicBezTo>
                <a:cubicBezTo>
                  <a:pt x="6206" y="1582"/>
                  <a:pt x="6644" y="1886"/>
                  <a:pt x="7183" y="1886"/>
                </a:cubicBezTo>
                <a:cubicBezTo>
                  <a:pt x="7237" y="1886"/>
                  <a:pt x="7281" y="1841"/>
                  <a:pt x="7281" y="1788"/>
                </a:cubicBezTo>
                <a:cubicBezTo>
                  <a:pt x="7281" y="1735"/>
                  <a:pt x="7237" y="1690"/>
                  <a:pt x="7183" y="1690"/>
                </a:cubicBezTo>
                <a:cubicBezTo>
                  <a:pt x="6490" y="1690"/>
                  <a:pt x="5955" y="1089"/>
                  <a:pt x="5949" y="1083"/>
                </a:cubicBezTo>
                <a:cubicBezTo>
                  <a:pt x="5931" y="1061"/>
                  <a:pt x="5903" y="1049"/>
                  <a:pt x="5875" y="1049"/>
                </a:cubicBezTo>
                <a:close/>
                <a:moveTo>
                  <a:pt x="2552" y="1585"/>
                </a:moveTo>
                <a:cubicBezTo>
                  <a:pt x="2547" y="1585"/>
                  <a:pt x="2543" y="1585"/>
                  <a:pt x="2538" y="1586"/>
                </a:cubicBezTo>
                <a:cubicBezTo>
                  <a:pt x="2500" y="1588"/>
                  <a:pt x="2464" y="1616"/>
                  <a:pt x="2451" y="1653"/>
                </a:cubicBezTo>
                <a:cubicBezTo>
                  <a:pt x="2446" y="1668"/>
                  <a:pt x="2327" y="2005"/>
                  <a:pt x="1860" y="2213"/>
                </a:cubicBezTo>
                <a:cubicBezTo>
                  <a:pt x="1809" y="2235"/>
                  <a:pt x="1787" y="2293"/>
                  <a:pt x="1809" y="2343"/>
                </a:cubicBezTo>
                <a:cubicBezTo>
                  <a:pt x="1823" y="2379"/>
                  <a:pt x="1860" y="2401"/>
                  <a:pt x="1899" y="2401"/>
                </a:cubicBezTo>
                <a:cubicBezTo>
                  <a:pt x="1912" y="2401"/>
                  <a:pt x="1925" y="2399"/>
                  <a:pt x="1937" y="2394"/>
                </a:cubicBezTo>
                <a:cubicBezTo>
                  <a:pt x="2272" y="2245"/>
                  <a:pt x="2457" y="2032"/>
                  <a:pt x="2552" y="1885"/>
                </a:cubicBezTo>
                <a:cubicBezTo>
                  <a:pt x="2724" y="2128"/>
                  <a:pt x="3138" y="2584"/>
                  <a:pt x="3896" y="2743"/>
                </a:cubicBezTo>
                <a:cubicBezTo>
                  <a:pt x="3903" y="2744"/>
                  <a:pt x="3907" y="2744"/>
                  <a:pt x="3916" y="2744"/>
                </a:cubicBezTo>
                <a:cubicBezTo>
                  <a:pt x="3962" y="2744"/>
                  <a:pt x="4002" y="2713"/>
                  <a:pt x="4011" y="2666"/>
                </a:cubicBezTo>
                <a:cubicBezTo>
                  <a:pt x="4023" y="2612"/>
                  <a:pt x="3991" y="2560"/>
                  <a:pt x="3936" y="2550"/>
                </a:cubicBezTo>
                <a:cubicBezTo>
                  <a:pt x="3005" y="2354"/>
                  <a:pt x="2636" y="1647"/>
                  <a:pt x="2633" y="1639"/>
                </a:cubicBezTo>
                <a:cubicBezTo>
                  <a:pt x="2616" y="1608"/>
                  <a:pt x="2585" y="1585"/>
                  <a:pt x="2552" y="1585"/>
                </a:cubicBezTo>
                <a:close/>
                <a:moveTo>
                  <a:pt x="1635" y="2612"/>
                </a:moveTo>
                <a:cubicBezTo>
                  <a:pt x="1633" y="2612"/>
                  <a:pt x="1631" y="2612"/>
                  <a:pt x="1630" y="2612"/>
                </a:cubicBezTo>
                <a:cubicBezTo>
                  <a:pt x="1575" y="2617"/>
                  <a:pt x="1534" y="2664"/>
                  <a:pt x="1537" y="2718"/>
                </a:cubicBezTo>
                <a:cubicBezTo>
                  <a:pt x="1627" y="3919"/>
                  <a:pt x="2320" y="4339"/>
                  <a:pt x="2613" y="4465"/>
                </a:cubicBezTo>
                <a:cubicBezTo>
                  <a:pt x="2691" y="4498"/>
                  <a:pt x="2774" y="4514"/>
                  <a:pt x="2858" y="4514"/>
                </a:cubicBezTo>
                <a:cubicBezTo>
                  <a:pt x="2924" y="4514"/>
                  <a:pt x="2990" y="4504"/>
                  <a:pt x="3054" y="4483"/>
                </a:cubicBezTo>
                <a:cubicBezTo>
                  <a:pt x="3334" y="4391"/>
                  <a:pt x="4014" y="4057"/>
                  <a:pt x="4246" y="2977"/>
                </a:cubicBezTo>
                <a:cubicBezTo>
                  <a:pt x="4256" y="2924"/>
                  <a:pt x="4224" y="2872"/>
                  <a:pt x="4170" y="2862"/>
                </a:cubicBezTo>
                <a:cubicBezTo>
                  <a:pt x="4162" y="2860"/>
                  <a:pt x="4155" y="2859"/>
                  <a:pt x="4147" y="2859"/>
                </a:cubicBezTo>
                <a:cubicBezTo>
                  <a:pt x="4102" y="2859"/>
                  <a:pt x="4063" y="2892"/>
                  <a:pt x="4053" y="2937"/>
                </a:cubicBezTo>
                <a:cubicBezTo>
                  <a:pt x="3844" y="3916"/>
                  <a:pt x="3242" y="4213"/>
                  <a:pt x="2993" y="4296"/>
                </a:cubicBezTo>
                <a:cubicBezTo>
                  <a:pt x="2950" y="4310"/>
                  <a:pt x="2905" y="4318"/>
                  <a:pt x="2860" y="4318"/>
                </a:cubicBezTo>
                <a:cubicBezTo>
                  <a:pt x="2804" y="4318"/>
                  <a:pt x="2747" y="4306"/>
                  <a:pt x="2693" y="4283"/>
                </a:cubicBezTo>
                <a:cubicBezTo>
                  <a:pt x="2433" y="4171"/>
                  <a:pt x="1818" y="3797"/>
                  <a:pt x="1736" y="2706"/>
                </a:cubicBezTo>
                <a:cubicBezTo>
                  <a:pt x="1731" y="2651"/>
                  <a:pt x="1688" y="2612"/>
                  <a:pt x="1635" y="2612"/>
                </a:cubicBezTo>
                <a:close/>
                <a:moveTo>
                  <a:pt x="6374" y="169"/>
                </a:moveTo>
                <a:cubicBezTo>
                  <a:pt x="6373" y="169"/>
                  <a:pt x="6371" y="169"/>
                  <a:pt x="6369" y="169"/>
                </a:cubicBezTo>
                <a:lnTo>
                  <a:pt x="6329" y="171"/>
                </a:lnTo>
                <a:cubicBezTo>
                  <a:pt x="6315" y="171"/>
                  <a:pt x="6299" y="171"/>
                  <a:pt x="6281" y="171"/>
                </a:cubicBezTo>
                <a:cubicBezTo>
                  <a:pt x="5986" y="171"/>
                  <a:pt x="5332" y="215"/>
                  <a:pt x="5012" y="992"/>
                </a:cubicBezTo>
                <a:cubicBezTo>
                  <a:pt x="4966" y="1106"/>
                  <a:pt x="5021" y="1239"/>
                  <a:pt x="5137" y="1286"/>
                </a:cubicBezTo>
                <a:cubicBezTo>
                  <a:pt x="5165" y="1298"/>
                  <a:pt x="5194" y="1303"/>
                  <a:pt x="5222" y="1303"/>
                </a:cubicBezTo>
                <a:cubicBezTo>
                  <a:pt x="5311" y="1303"/>
                  <a:pt x="5395" y="1250"/>
                  <a:pt x="5432" y="1163"/>
                </a:cubicBezTo>
                <a:cubicBezTo>
                  <a:pt x="5641" y="649"/>
                  <a:pt x="6050" y="624"/>
                  <a:pt x="6293" y="624"/>
                </a:cubicBezTo>
                <a:cubicBezTo>
                  <a:pt x="6305" y="624"/>
                  <a:pt x="6318" y="624"/>
                  <a:pt x="6329" y="624"/>
                </a:cubicBezTo>
                <a:lnTo>
                  <a:pt x="6369" y="624"/>
                </a:lnTo>
                <a:cubicBezTo>
                  <a:pt x="6372" y="624"/>
                  <a:pt x="6374" y="624"/>
                  <a:pt x="6376" y="624"/>
                </a:cubicBezTo>
                <a:cubicBezTo>
                  <a:pt x="6554" y="624"/>
                  <a:pt x="6842" y="625"/>
                  <a:pt x="7066" y="848"/>
                </a:cubicBezTo>
                <a:cubicBezTo>
                  <a:pt x="7290" y="1075"/>
                  <a:pt x="7406" y="1478"/>
                  <a:pt x="7406" y="2046"/>
                </a:cubicBezTo>
                <a:cubicBezTo>
                  <a:pt x="7406" y="2106"/>
                  <a:pt x="7430" y="2162"/>
                  <a:pt x="7471" y="2205"/>
                </a:cubicBezTo>
                <a:cubicBezTo>
                  <a:pt x="7535" y="2269"/>
                  <a:pt x="7568" y="2352"/>
                  <a:pt x="7568" y="2440"/>
                </a:cubicBezTo>
                <a:lnTo>
                  <a:pt x="7568" y="2559"/>
                </a:lnTo>
                <a:cubicBezTo>
                  <a:pt x="7568" y="2646"/>
                  <a:pt x="7534" y="2731"/>
                  <a:pt x="7471" y="2792"/>
                </a:cubicBezTo>
                <a:lnTo>
                  <a:pt x="7416" y="2848"/>
                </a:lnTo>
                <a:cubicBezTo>
                  <a:pt x="7373" y="2890"/>
                  <a:pt x="7349" y="2948"/>
                  <a:pt x="7349" y="3007"/>
                </a:cubicBezTo>
                <a:cubicBezTo>
                  <a:pt x="7349" y="3251"/>
                  <a:pt x="7238" y="3484"/>
                  <a:pt x="7052" y="3629"/>
                </a:cubicBezTo>
                <a:cubicBezTo>
                  <a:pt x="6980" y="3687"/>
                  <a:pt x="6901" y="3764"/>
                  <a:pt x="6816" y="3849"/>
                </a:cubicBezTo>
                <a:cubicBezTo>
                  <a:pt x="6680" y="3986"/>
                  <a:pt x="6472" y="4192"/>
                  <a:pt x="6349" y="4192"/>
                </a:cubicBezTo>
                <a:cubicBezTo>
                  <a:pt x="6227" y="4192"/>
                  <a:pt x="6019" y="3984"/>
                  <a:pt x="5881" y="3849"/>
                </a:cubicBezTo>
                <a:cubicBezTo>
                  <a:pt x="5798" y="3764"/>
                  <a:pt x="5718" y="3687"/>
                  <a:pt x="5646" y="3629"/>
                </a:cubicBezTo>
                <a:cubicBezTo>
                  <a:pt x="5604" y="3597"/>
                  <a:pt x="5555" y="3582"/>
                  <a:pt x="5506" y="3582"/>
                </a:cubicBezTo>
                <a:cubicBezTo>
                  <a:pt x="5439" y="3582"/>
                  <a:pt x="5373" y="3611"/>
                  <a:pt x="5328" y="3668"/>
                </a:cubicBezTo>
                <a:cubicBezTo>
                  <a:pt x="5253" y="3767"/>
                  <a:pt x="5269" y="3908"/>
                  <a:pt x="5367" y="3986"/>
                </a:cubicBezTo>
                <a:cubicBezTo>
                  <a:pt x="5428" y="4035"/>
                  <a:pt x="5493" y="4099"/>
                  <a:pt x="5565" y="4170"/>
                </a:cubicBezTo>
                <a:cubicBezTo>
                  <a:pt x="5789" y="4391"/>
                  <a:pt x="6041" y="4644"/>
                  <a:pt x="6352" y="4644"/>
                </a:cubicBezTo>
                <a:cubicBezTo>
                  <a:pt x="6660" y="4644"/>
                  <a:pt x="6913" y="4393"/>
                  <a:pt x="7139" y="4170"/>
                </a:cubicBezTo>
                <a:cubicBezTo>
                  <a:pt x="7208" y="4099"/>
                  <a:pt x="7274" y="4035"/>
                  <a:pt x="7335" y="3986"/>
                </a:cubicBezTo>
                <a:cubicBezTo>
                  <a:pt x="7603" y="3775"/>
                  <a:pt x="7773" y="3450"/>
                  <a:pt x="7801" y="3104"/>
                </a:cubicBezTo>
                <a:cubicBezTo>
                  <a:pt x="7942" y="2958"/>
                  <a:pt x="8024" y="2759"/>
                  <a:pt x="8024" y="2557"/>
                </a:cubicBezTo>
                <a:lnTo>
                  <a:pt x="8024" y="2438"/>
                </a:lnTo>
                <a:cubicBezTo>
                  <a:pt x="8024" y="2263"/>
                  <a:pt x="7966" y="2097"/>
                  <a:pt x="7860" y="1959"/>
                </a:cubicBezTo>
                <a:cubicBezTo>
                  <a:pt x="7847" y="1310"/>
                  <a:pt x="7688" y="829"/>
                  <a:pt x="7387" y="527"/>
                </a:cubicBezTo>
                <a:cubicBezTo>
                  <a:pt x="7030" y="171"/>
                  <a:pt x="6574" y="169"/>
                  <a:pt x="6374" y="169"/>
                </a:cubicBezTo>
                <a:close/>
                <a:moveTo>
                  <a:pt x="2513" y="453"/>
                </a:moveTo>
                <a:cubicBezTo>
                  <a:pt x="2706" y="453"/>
                  <a:pt x="2815" y="544"/>
                  <a:pt x="2832" y="560"/>
                </a:cubicBezTo>
                <a:cubicBezTo>
                  <a:pt x="2875" y="602"/>
                  <a:pt x="2933" y="625"/>
                  <a:pt x="2991" y="625"/>
                </a:cubicBezTo>
                <a:cubicBezTo>
                  <a:pt x="3020" y="625"/>
                  <a:pt x="3049" y="619"/>
                  <a:pt x="3077" y="607"/>
                </a:cubicBezTo>
                <a:cubicBezTo>
                  <a:pt x="3090" y="602"/>
                  <a:pt x="3224" y="549"/>
                  <a:pt x="3402" y="549"/>
                </a:cubicBezTo>
                <a:cubicBezTo>
                  <a:pt x="3649" y="549"/>
                  <a:pt x="3981" y="651"/>
                  <a:pt x="4188" y="1124"/>
                </a:cubicBezTo>
                <a:cubicBezTo>
                  <a:pt x="4311" y="1402"/>
                  <a:pt x="4415" y="2462"/>
                  <a:pt x="4452" y="3072"/>
                </a:cubicBezTo>
                <a:cubicBezTo>
                  <a:pt x="4489" y="3426"/>
                  <a:pt x="4470" y="3819"/>
                  <a:pt x="4415" y="3894"/>
                </a:cubicBezTo>
                <a:cubicBezTo>
                  <a:pt x="4288" y="4012"/>
                  <a:pt x="4013" y="4106"/>
                  <a:pt x="3918" y="4133"/>
                </a:cubicBezTo>
                <a:cubicBezTo>
                  <a:pt x="3798" y="4165"/>
                  <a:pt x="3726" y="4290"/>
                  <a:pt x="3760" y="4410"/>
                </a:cubicBezTo>
                <a:cubicBezTo>
                  <a:pt x="3784" y="4498"/>
                  <a:pt x="3857" y="4556"/>
                  <a:pt x="3939" y="4571"/>
                </a:cubicBezTo>
                <a:lnTo>
                  <a:pt x="2895" y="5487"/>
                </a:lnTo>
                <a:lnTo>
                  <a:pt x="1840" y="4562"/>
                </a:lnTo>
                <a:cubicBezTo>
                  <a:pt x="1810" y="4536"/>
                  <a:pt x="1775" y="4518"/>
                  <a:pt x="1737" y="4510"/>
                </a:cubicBezTo>
                <a:lnTo>
                  <a:pt x="1737" y="4510"/>
                </a:lnTo>
                <a:cubicBezTo>
                  <a:pt x="1824" y="4489"/>
                  <a:pt x="1894" y="4417"/>
                  <a:pt x="1907" y="4324"/>
                </a:cubicBezTo>
                <a:cubicBezTo>
                  <a:pt x="1926" y="4201"/>
                  <a:pt x="1842" y="4084"/>
                  <a:pt x="1719" y="4066"/>
                </a:cubicBezTo>
                <a:cubicBezTo>
                  <a:pt x="1649" y="4054"/>
                  <a:pt x="1445" y="4002"/>
                  <a:pt x="1347" y="3895"/>
                </a:cubicBezTo>
                <a:cubicBezTo>
                  <a:pt x="1295" y="3809"/>
                  <a:pt x="1306" y="3415"/>
                  <a:pt x="1373" y="3067"/>
                </a:cubicBezTo>
                <a:cubicBezTo>
                  <a:pt x="1379" y="3040"/>
                  <a:pt x="1379" y="3010"/>
                  <a:pt x="1373" y="2982"/>
                </a:cubicBezTo>
                <a:cubicBezTo>
                  <a:pt x="1370" y="2966"/>
                  <a:pt x="1052" y="1295"/>
                  <a:pt x="1980" y="649"/>
                </a:cubicBezTo>
                <a:cubicBezTo>
                  <a:pt x="2198" y="498"/>
                  <a:pt x="2376" y="453"/>
                  <a:pt x="2513" y="453"/>
                </a:cubicBezTo>
                <a:close/>
                <a:moveTo>
                  <a:pt x="2509" y="1"/>
                </a:moveTo>
                <a:cubicBezTo>
                  <a:pt x="2282" y="1"/>
                  <a:pt x="2014" y="72"/>
                  <a:pt x="1722" y="275"/>
                </a:cubicBezTo>
                <a:cubicBezTo>
                  <a:pt x="638" y="1031"/>
                  <a:pt x="869" y="2721"/>
                  <a:pt x="921" y="3025"/>
                </a:cubicBezTo>
                <a:cubicBezTo>
                  <a:pt x="857" y="3378"/>
                  <a:pt x="793" y="3960"/>
                  <a:pt x="1010" y="4195"/>
                </a:cubicBezTo>
                <a:cubicBezTo>
                  <a:pt x="1223" y="4427"/>
                  <a:pt x="1560" y="4496"/>
                  <a:pt x="1639" y="4511"/>
                </a:cubicBezTo>
                <a:lnTo>
                  <a:pt x="1639" y="4511"/>
                </a:lnTo>
                <a:cubicBezTo>
                  <a:pt x="1636" y="4511"/>
                  <a:pt x="1633" y="4512"/>
                  <a:pt x="1630" y="4513"/>
                </a:cubicBezTo>
                <a:cubicBezTo>
                  <a:pt x="274" y="4900"/>
                  <a:pt x="191" y="5105"/>
                  <a:pt x="153" y="5190"/>
                </a:cubicBezTo>
                <a:cubicBezTo>
                  <a:pt x="79" y="5371"/>
                  <a:pt x="53" y="5621"/>
                  <a:pt x="30" y="5842"/>
                </a:cubicBezTo>
                <a:lnTo>
                  <a:pt x="15" y="5984"/>
                </a:lnTo>
                <a:cubicBezTo>
                  <a:pt x="1" y="6109"/>
                  <a:pt x="90" y="6222"/>
                  <a:pt x="213" y="6237"/>
                </a:cubicBezTo>
                <a:cubicBezTo>
                  <a:pt x="222" y="6240"/>
                  <a:pt x="231" y="6240"/>
                  <a:pt x="241" y="6240"/>
                </a:cubicBezTo>
                <a:cubicBezTo>
                  <a:pt x="354" y="6240"/>
                  <a:pt x="450" y="6155"/>
                  <a:pt x="465" y="6041"/>
                </a:cubicBezTo>
                <a:cubicBezTo>
                  <a:pt x="471" y="5995"/>
                  <a:pt x="476" y="5943"/>
                  <a:pt x="482" y="5888"/>
                </a:cubicBezTo>
                <a:cubicBezTo>
                  <a:pt x="498" y="5722"/>
                  <a:pt x="520" y="5515"/>
                  <a:pt x="562" y="5390"/>
                </a:cubicBezTo>
                <a:cubicBezTo>
                  <a:pt x="682" y="5300"/>
                  <a:pt x="1180" y="5119"/>
                  <a:pt x="1634" y="4982"/>
                </a:cubicBezTo>
                <a:lnTo>
                  <a:pt x="2736" y="5950"/>
                </a:lnTo>
                <a:cubicBezTo>
                  <a:pt x="2777" y="5987"/>
                  <a:pt x="2829" y="6004"/>
                  <a:pt x="2884" y="6004"/>
                </a:cubicBezTo>
                <a:cubicBezTo>
                  <a:pt x="2887" y="6004"/>
                  <a:pt x="2892" y="6005"/>
                  <a:pt x="2895" y="6005"/>
                </a:cubicBezTo>
                <a:cubicBezTo>
                  <a:pt x="2899" y="6005"/>
                  <a:pt x="2902" y="6004"/>
                  <a:pt x="2907" y="6004"/>
                </a:cubicBezTo>
                <a:cubicBezTo>
                  <a:pt x="2959" y="6004"/>
                  <a:pt x="3012" y="5987"/>
                  <a:pt x="3055" y="5950"/>
                </a:cubicBezTo>
                <a:lnTo>
                  <a:pt x="4155" y="4982"/>
                </a:lnTo>
                <a:cubicBezTo>
                  <a:pt x="4610" y="5119"/>
                  <a:pt x="5107" y="5300"/>
                  <a:pt x="5228" y="5390"/>
                </a:cubicBezTo>
                <a:cubicBezTo>
                  <a:pt x="5278" y="5537"/>
                  <a:pt x="5302" y="5788"/>
                  <a:pt x="5320" y="5974"/>
                </a:cubicBezTo>
                <a:lnTo>
                  <a:pt x="5324" y="6035"/>
                </a:lnTo>
                <a:cubicBezTo>
                  <a:pt x="5336" y="6152"/>
                  <a:pt x="5434" y="6241"/>
                  <a:pt x="5550" y="6241"/>
                </a:cubicBezTo>
                <a:lnTo>
                  <a:pt x="5572" y="6241"/>
                </a:lnTo>
                <a:cubicBezTo>
                  <a:pt x="5695" y="6229"/>
                  <a:pt x="5787" y="6118"/>
                  <a:pt x="5775" y="5995"/>
                </a:cubicBezTo>
                <a:lnTo>
                  <a:pt x="5770" y="5935"/>
                </a:lnTo>
                <a:cubicBezTo>
                  <a:pt x="5750" y="5695"/>
                  <a:pt x="5722" y="5398"/>
                  <a:pt x="5636" y="5194"/>
                </a:cubicBezTo>
                <a:cubicBezTo>
                  <a:pt x="5602" y="5107"/>
                  <a:pt x="5516" y="4906"/>
                  <a:pt x="4187" y="4522"/>
                </a:cubicBezTo>
                <a:cubicBezTo>
                  <a:pt x="4337" y="4468"/>
                  <a:pt x="4567" y="4370"/>
                  <a:pt x="4721" y="4228"/>
                </a:cubicBezTo>
                <a:cubicBezTo>
                  <a:pt x="4966" y="4001"/>
                  <a:pt x="4938" y="3377"/>
                  <a:pt x="4904" y="3035"/>
                </a:cubicBezTo>
                <a:cubicBezTo>
                  <a:pt x="4892" y="2869"/>
                  <a:pt x="4797" y="1387"/>
                  <a:pt x="4602" y="942"/>
                </a:cubicBezTo>
                <a:cubicBezTo>
                  <a:pt x="4313" y="282"/>
                  <a:pt x="3816" y="96"/>
                  <a:pt x="3402" y="96"/>
                </a:cubicBezTo>
                <a:cubicBezTo>
                  <a:pt x="3267" y="96"/>
                  <a:pt x="3140" y="116"/>
                  <a:pt x="3033" y="146"/>
                </a:cubicBezTo>
                <a:cubicBezTo>
                  <a:pt x="2907" y="67"/>
                  <a:pt x="2727" y="1"/>
                  <a:pt x="2509" y="1"/>
                </a:cubicBezTo>
                <a:close/>
                <a:moveTo>
                  <a:pt x="7576" y="4509"/>
                </a:moveTo>
                <a:cubicBezTo>
                  <a:pt x="7522" y="4509"/>
                  <a:pt x="7469" y="4528"/>
                  <a:pt x="7428" y="4565"/>
                </a:cubicBezTo>
                <a:lnTo>
                  <a:pt x="6234" y="5613"/>
                </a:lnTo>
                <a:cubicBezTo>
                  <a:pt x="6139" y="5695"/>
                  <a:pt x="6130" y="5840"/>
                  <a:pt x="6214" y="5932"/>
                </a:cubicBezTo>
                <a:cubicBezTo>
                  <a:pt x="6258" y="5983"/>
                  <a:pt x="6321" y="6010"/>
                  <a:pt x="6385" y="6010"/>
                </a:cubicBezTo>
                <a:cubicBezTo>
                  <a:pt x="6438" y="6010"/>
                  <a:pt x="6491" y="5991"/>
                  <a:pt x="6533" y="5953"/>
                </a:cubicBezTo>
                <a:lnTo>
                  <a:pt x="7633" y="4987"/>
                </a:lnTo>
                <a:cubicBezTo>
                  <a:pt x="8089" y="5122"/>
                  <a:pt x="8586" y="5304"/>
                  <a:pt x="8707" y="5395"/>
                </a:cubicBezTo>
                <a:cubicBezTo>
                  <a:pt x="8745" y="5512"/>
                  <a:pt x="8768" y="5714"/>
                  <a:pt x="8782" y="5866"/>
                </a:cubicBezTo>
                <a:cubicBezTo>
                  <a:pt x="8790" y="5934"/>
                  <a:pt x="8797" y="5999"/>
                  <a:pt x="8805" y="6050"/>
                </a:cubicBezTo>
                <a:cubicBezTo>
                  <a:pt x="8821" y="6163"/>
                  <a:pt x="8918" y="6244"/>
                  <a:pt x="9029" y="6244"/>
                </a:cubicBezTo>
                <a:cubicBezTo>
                  <a:pt x="9041" y="6244"/>
                  <a:pt x="9051" y="6244"/>
                  <a:pt x="9063" y="6243"/>
                </a:cubicBezTo>
                <a:cubicBezTo>
                  <a:pt x="9188" y="6224"/>
                  <a:pt x="9272" y="6109"/>
                  <a:pt x="9253" y="5986"/>
                </a:cubicBezTo>
                <a:cubicBezTo>
                  <a:pt x="9247" y="5938"/>
                  <a:pt x="9241" y="5881"/>
                  <a:pt x="9234" y="5818"/>
                </a:cubicBezTo>
                <a:cubicBezTo>
                  <a:pt x="9212" y="5616"/>
                  <a:pt x="9185" y="5365"/>
                  <a:pt x="9115" y="5194"/>
                </a:cubicBezTo>
                <a:cubicBezTo>
                  <a:pt x="9079" y="5107"/>
                  <a:pt x="8995" y="4903"/>
                  <a:pt x="7639" y="4517"/>
                </a:cubicBezTo>
                <a:cubicBezTo>
                  <a:pt x="7618" y="4511"/>
                  <a:pt x="7597" y="4509"/>
                  <a:pt x="7576" y="4509"/>
                </a:cubicBezTo>
                <a:close/>
              </a:path>
            </a:pathLst>
          </a:custGeom>
          <a:solidFill>
            <a:srgbClr val="2AB5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rgbClr val="252525"/>
              </a:buClr>
              <a:buSzPts val="1800"/>
              <a:buFont typeface="Arial"/>
              <a:buNone/>
            </a:pPr>
            <a:r>
              <a:t/>
            </a:r>
            <a:endParaRPr sz="1800">
              <a:solidFill>
                <a:srgbClr val="252525"/>
              </a:solidFill>
              <a:latin typeface="Arial"/>
              <a:ea typeface="Arial"/>
              <a:cs typeface="Arial"/>
              <a:sym typeface="Arial"/>
            </a:endParaRPr>
          </a:p>
        </p:txBody>
      </p:sp>
      <p:sp>
        <p:nvSpPr>
          <p:cNvPr id="385" name="Google Shape;385;p24"/>
          <p:cNvSpPr/>
          <p:nvPr/>
        </p:nvSpPr>
        <p:spPr>
          <a:xfrm>
            <a:off x="4558425" y="1936588"/>
            <a:ext cx="1205400" cy="240600"/>
          </a:xfrm>
          <a:prstGeom prst="roundRect">
            <a:avLst>
              <a:gd fmla="val 11783" name="adj"/>
            </a:avLst>
          </a:prstGeom>
          <a:solidFill>
            <a:srgbClr val="93DCF8">
              <a:alpha val="41570"/>
            </a:srgbClr>
          </a:solidFill>
          <a:ln>
            <a:noFill/>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None/>
            </a:pPr>
            <a:r>
              <a:rPr lang="en" sz="800"/>
              <a:t>Self-Critique</a:t>
            </a:r>
            <a:endParaRPr sz="8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